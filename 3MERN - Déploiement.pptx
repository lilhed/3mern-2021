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a65a0bb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a65a0bb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a65a0bb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a65a0bb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a65a0bb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a65a0bb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Comparaisons de solutions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MongoDB - API Express - Application React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MongoDB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6535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Digital Ocean </a:t>
            </a:r>
            <a:r>
              <a:rPr lang="fr"/>
              <a:t>- ~</a:t>
            </a:r>
            <a:r>
              <a:rPr lang="fr"/>
              <a:t>20$/mois 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Communauté de développeurs massive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Simplicité d’utilisation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Mais </a:t>
            </a:r>
            <a:r>
              <a:rPr lang="fr"/>
              <a:t>Solution non intégrée par défaut mais installable à souhait facilement comme une application classique.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AWS - ~40$/mois 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Solution intégrable sur instances VPC (Virtual Private Cloud).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Simplicité, flexibilité, sécurité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Mais Support technique payant</a:t>
            </a:r>
            <a:r>
              <a:rPr lang="fr"/>
              <a:t> (+30$/mois)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475" y="3200900"/>
            <a:ext cx="1721901" cy="10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1650" y="1152475"/>
            <a:ext cx="1731549" cy="173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API Express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6535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Circle CI - </a:t>
            </a:r>
            <a:r>
              <a:rPr lang="fr"/>
              <a:t>~</a:t>
            </a:r>
            <a:r>
              <a:rPr lang="fr"/>
              <a:t>25€/mois:</a:t>
            </a:r>
            <a:endParaRPr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 sz="1600"/>
              <a:t>Format de configuration yaml facile à comprendre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 sz="1600"/>
              <a:t>Intégration avec GitHub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 sz="1600"/>
              <a:t>Workflows pour de puissantes stratégies de déploiement et de lancement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 sz="1600"/>
              <a:t>Bon support communautaire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Azure cloud - ~15</a:t>
            </a:r>
            <a:r>
              <a:rPr lang="fr"/>
              <a:t>€/mois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Sécurité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Haute Disponibilité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Bon rapport coût/efficacité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Mais Besoin expertise plateforme (plus complexe d’utilisation)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375" y="1239650"/>
            <a:ext cx="1848750" cy="18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1850" y="3123850"/>
            <a:ext cx="2177775" cy="13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Application React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28000"/>
            <a:ext cx="6023700" cy="341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7391"/>
              </a:lnSpc>
              <a:spcBef>
                <a:spcPts val="4500"/>
              </a:spcBef>
              <a:spcAft>
                <a:spcPts val="0"/>
              </a:spcAft>
              <a:buNone/>
            </a:pPr>
            <a:r>
              <a:rPr lang="fr" sz="2250">
                <a:solidFill>
                  <a:srgbClr val="292929"/>
                </a:solidFill>
                <a:highlight>
                  <a:srgbClr val="FFFFFF"/>
                </a:highlight>
              </a:rPr>
              <a:t>AWS S3 -</a:t>
            </a:r>
            <a:r>
              <a:rPr lang="fr"/>
              <a:t> ~0.02$/Go 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Aws amplify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Simplicité, flexibilité, sécurité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Mais Support technique payant (+30$/mois)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250"/>
              <a:t>Roast -</a:t>
            </a:r>
            <a:r>
              <a:rPr lang="fr"/>
              <a:t> 9$/mois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HTTPS sécurisé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requêtes plus rapides et bande passante grâce à l’utilisation de la compression gzip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Rapports SEO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rendu côté serveur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248" y="1313775"/>
            <a:ext cx="1725024" cy="10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8312" y="2871957"/>
            <a:ext cx="2684901" cy="140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