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7aa4c945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7aa4c945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7aa4c945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7aa4c945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7aa4c945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7aa4c945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7aa4c945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7aa4c945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7aa4c945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7aa4c945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c7aa4c9458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c7aa4c9458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c7aa4c9458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c7aa4c9458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7aa4c94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7aa4c94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7aa4c9458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7aa4c9458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7aa4c9458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7aa4c9458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Comparaison de plateformes de déploiement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Théo Bezin - Axel Busine - Louis Robert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AWS 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Microsoft Azure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fr" sz="1600"/>
              <a:t>Heroku</a:t>
            </a:r>
            <a:endParaRPr sz="1600"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800" y="841185"/>
            <a:ext cx="2490000" cy="1490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5950" y="995400"/>
            <a:ext cx="3642750" cy="242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0101" y="2738450"/>
            <a:ext cx="1288700" cy="20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AWS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Avantages :</a:t>
            </a:r>
            <a:endParaRPr/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Équilibrage de charge et mise à l'échelle automatique pour faire évoluer notre application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Surveillance intégrée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Intégration facile avec d’autres services AWS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Paiement selon l’utilisation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725" y="3391673"/>
            <a:ext cx="2490000" cy="149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AWS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Inconvénients :</a:t>
            </a:r>
            <a:endParaRPr/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Réseaux informatiques potentiellement attaquables et services virtuels peuvent être mis hors fonction.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Dépendance d’un prestataire.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Dépendance d’une connexion internet.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Moins de maîtrise.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AWS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Prix :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Les instances à la demande sont recommandées pour :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24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Les utilisateurs préférant profiter du coût avantageux et de la flexibilité d'Amazon EC2 sans engagements à long terme ou paiements initiaux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Les applications ayant des charges de travail à court terme, irrégulières ou imprévisibles ne pouvant pas être interrompues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Les applications développées ou testées sur Amazon EC2 pour la première fois.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Azure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Avantages :</a:t>
            </a:r>
            <a:endParaRPr/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Haute-disponibilité 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Conçu pour toutes les entreprises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Maintenance appliqué par Azure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Modele Pay as you go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sz="1100"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8475" y="2571750"/>
            <a:ext cx="3642750" cy="242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Azure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Inconvénients :</a:t>
            </a:r>
            <a:endParaRPr/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Dépendance d’un prestataire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Azure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Prix :</a:t>
            </a:r>
            <a:endParaRPr/>
          </a:p>
          <a:p>
            <a:pPr indent="-295275" lvl="0" marL="457200" rtl="0" algn="l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Payez directement et obtenez le meme prix que si vous optiez pour un contrat d’entreprise Microsoft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Azure s’aligne sur la tarification AWS pour les services comparables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●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Payez uniquement les ressources que vous utilisez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Heroku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801675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Avantages :</a:t>
            </a:r>
            <a:endParaRPr/>
          </a:p>
          <a:p>
            <a:pPr indent="-298450" lvl="0" marL="457200" rtl="0" algn="l">
              <a:spcBef>
                <a:spcPts val="2400"/>
              </a:spcBef>
              <a:spcAft>
                <a:spcPts val="0"/>
              </a:spcAft>
              <a:buClr>
                <a:srgbClr val="262524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Faciliter la vie des développeurs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Proposer une expérience simple et intuitive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Existence de nombreuses add-ons Heroku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Migration vers un autre service possible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5876" y="1805950"/>
            <a:ext cx="1288700" cy="201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Heroku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Inconvénients :</a:t>
            </a:r>
            <a:endParaRPr/>
          </a:p>
          <a:p>
            <a:pPr indent="-311150" lvl="0" marL="457200" rtl="0" algn="l">
              <a:spcBef>
                <a:spcPts val="240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Contrôle incomplet de l’application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Coût supplémentaire en cas de gros volume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Problèmes de performances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62524"/>
              </a:buClr>
              <a:buSzPts val="1300"/>
              <a:buFont typeface="Arial"/>
              <a:buChar char="●"/>
            </a:pPr>
            <a:r>
              <a:rPr lang="fr">
                <a:solidFill>
                  <a:srgbClr val="262524"/>
                </a:solidFill>
                <a:latin typeface="Arial"/>
                <a:ea typeface="Arial"/>
                <a:cs typeface="Arial"/>
                <a:sym typeface="Arial"/>
              </a:rPr>
              <a:t>Disponibilité dans le monde</a:t>
            </a:r>
            <a:endParaRPr>
              <a:solidFill>
                <a:srgbClr val="26252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Heroku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Prix 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Heroku crée un plan bien précis pour chacun de ses utilisateurs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Afin de choisir le service qui nous convient le mieux, nous commençons par choisir une des catégories suivantes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-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Gratuit / Hobby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-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-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Avancée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50"/>
              <a:buFont typeface="Arial"/>
              <a:buChar char="-"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Entreprise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Après cela, l’utilisateur choisit ce dont il va avoir besoin et paye le prix par mois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105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