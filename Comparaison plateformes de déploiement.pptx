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handoutMasterIdLst>
    <p:handoutMasterId r:id="rId8"/>
  </p:handoutMasterIdLst>
  <p:sldIdLst>
    <p:sldId id="261" r:id="rId2"/>
    <p:sldId id="262" r:id="rId3"/>
    <p:sldId id="263" r:id="rId4"/>
    <p:sldId id="264" r:id="rId5"/>
    <p:sldId id="265" r:id="rId6"/>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06" autoAdjust="0"/>
  </p:normalViewPr>
  <p:slideViewPr>
    <p:cSldViewPr snapToGrid="0">
      <p:cViewPr varScale="1">
        <p:scale>
          <a:sx n="86" d="100"/>
          <a:sy n="86" d="100"/>
        </p:scale>
        <p:origin x="562" y="62"/>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6" d="100"/>
          <a:sy n="86" d="100"/>
        </p:scale>
        <p:origin x="385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7ED9B38-3B2C-499F-B1DF-08089C0C689D}" type="datetime1">
              <a:rPr lang="fr-FR" smtClean="0"/>
              <a:t>24/03/2021</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604A0D4-B89B-4ADD-AF9E-38636B40EE4E}" type="slidenum">
              <a:rPr lang="fr-FR" smtClean="0"/>
              <a:t>‹N°›</a:t>
            </a:fld>
            <a:endParaRPr lang="fr-F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D5D9EE4-FD73-441F-9FE4-28084827734D}" type="datetime1">
              <a:rPr lang="fr-FR" noProof="0" smtClean="0"/>
              <a:t>24/03/2021</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fr-FR" dirty="0"/>
              <a:t>Modifier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2869989-EB00-4EE7-BCB5-25BDC5BB29F8}" type="slidenum">
              <a:rPr lang="fr-FR" noProof="0" smtClean="0"/>
              <a:t>‹N°›</a:t>
            </a:fld>
            <a:endParaRPr lang="fr-FR" noProof="0"/>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rtl="0"/>
            <a:fld id="{82869989-EB00-4EE7-BCB5-25BDC5BB29F8}" type="slidenum">
              <a:rPr lang="fr-FR" smtClean="0"/>
              <a:t>1</a:t>
            </a:fld>
            <a:endParaRPr lang="fr-FR"/>
          </a:p>
        </p:txBody>
      </p:sp>
    </p:spTree>
    <p:extLst>
      <p:ext uri="{BB962C8B-B14F-4D97-AF65-F5344CB8AC3E}">
        <p14:creationId xmlns:p14="http://schemas.microsoft.com/office/powerpoint/2010/main" val="2597313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5" name="Groupe 4"/>
          <p:cNvGrpSpPr/>
          <p:nvPr userDrawn="1"/>
        </p:nvGrpSpPr>
        <p:grpSpPr bwMode="hidden">
          <a:xfrm>
            <a:off x="-1" y="0"/>
            <a:ext cx="12192002" cy="6858000"/>
            <a:chOff x="-1" y="0"/>
            <a:chExt cx="12192002" cy="6858000"/>
          </a:xfrm>
        </p:grpSpPr>
        <p:cxnSp>
          <p:nvCxnSpPr>
            <p:cNvPr id="6" name="Connecteur droit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Connecteur droit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Connecteur droit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Connecteur droit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Connecteur droit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Connecteur droit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Connecteur droit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e 22"/>
            <p:cNvGrpSpPr/>
            <p:nvPr userDrawn="1"/>
          </p:nvGrpSpPr>
          <p:grpSpPr bwMode="hidden">
            <a:xfrm>
              <a:off x="-1" y="0"/>
              <a:ext cx="12192001" cy="6858000"/>
              <a:chOff x="-1" y="0"/>
              <a:chExt cx="12192001" cy="6858000"/>
            </a:xfrm>
          </p:grpSpPr>
          <p:cxnSp>
            <p:nvCxnSpPr>
              <p:cNvPr id="41" name="Connecteur droit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Connecteur droit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Connecteur droit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Connecteur droit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Connecteur droit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e 45"/>
              <p:cNvGrpSpPr/>
              <p:nvPr/>
            </p:nvGrpSpPr>
            <p:grpSpPr bwMode="hidden">
              <a:xfrm>
                <a:off x="6327885" y="0"/>
                <a:ext cx="5864115" cy="5898673"/>
                <a:chOff x="6327885" y="0"/>
                <a:chExt cx="5864115" cy="5898673"/>
              </a:xfrm>
            </p:grpSpPr>
            <p:cxnSp>
              <p:nvCxnSpPr>
                <p:cNvPr id="52" name="Connecteur droit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Connecteur droit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Connecteur droit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Connecteur droit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Connecteur droit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Connecteur droit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Connecteur droit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Connecteur droit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Connecteur droit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Connecteur droit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e 23"/>
            <p:cNvGrpSpPr/>
            <p:nvPr userDrawn="1"/>
          </p:nvGrpSpPr>
          <p:grpSpPr bwMode="hidden">
            <a:xfrm flipH="1">
              <a:off x="0" y="0"/>
              <a:ext cx="12192001" cy="6858000"/>
              <a:chOff x="-1" y="0"/>
              <a:chExt cx="12192001" cy="6858000"/>
            </a:xfrm>
          </p:grpSpPr>
          <p:cxnSp>
            <p:nvCxnSpPr>
              <p:cNvPr id="25" name="Connecteur droit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Connecteur droit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Connecteur droit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Connecteur droit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Connecteur droit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e 29"/>
              <p:cNvGrpSpPr/>
              <p:nvPr/>
            </p:nvGrpSpPr>
            <p:grpSpPr bwMode="hidden">
              <a:xfrm>
                <a:off x="6327885" y="0"/>
                <a:ext cx="5864115" cy="5898673"/>
                <a:chOff x="6327885" y="0"/>
                <a:chExt cx="5864115" cy="5898673"/>
              </a:xfrm>
            </p:grpSpPr>
            <p:cxnSp>
              <p:nvCxnSpPr>
                <p:cNvPr id="36" name="Connecteur droit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Connecteur droit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Connecteur droit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Connecteur droit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Connecteur droit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Connecteur droit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Connecteur droit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Connecteur droit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Connecteur droit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Connecteur droit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re 1"/>
          <p:cNvSpPr>
            <a:spLocks noGrp="1"/>
          </p:cNvSpPr>
          <p:nvPr>
            <p:ph type="ctrTitle"/>
          </p:nvPr>
        </p:nvSpPr>
        <p:spPr>
          <a:xfrm>
            <a:off x="1293845" y="1909346"/>
            <a:ext cx="9604310" cy="3383280"/>
          </a:xfrm>
        </p:spPr>
        <p:txBody>
          <a:bodyPr rtlCol="0" anchor="b">
            <a:normAutofit/>
          </a:bodyPr>
          <a:lstStyle>
            <a:lvl1pPr algn="l">
              <a:lnSpc>
                <a:spcPct val="76000"/>
              </a:lnSpc>
              <a:defRPr sz="8000" cap="none" baseline="0">
                <a:solidFill>
                  <a:schemeClr val="tx1"/>
                </a:solidFill>
              </a:defRPr>
            </a:lvl1pPr>
          </a:lstStyle>
          <a:p>
            <a:pPr rtl="0"/>
            <a:r>
              <a:rPr lang="fr-FR" noProof="0"/>
              <a:t>Modifiez le style du titre</a:t>
            </a:r>
          </a:p>
        </p:txBody>
      </p:sp>
      <p:sp>
        <p:nvSpPr>
          <p:cNvPr id="3" name="Sous-titre 2"/>
          <p:cNvSpPr>
            <a:spLocks noGrp="1"/>
          </p:cNvSpPr>
          <p:nvPr>
            <p:ph type="subTitle" idx="1"/>
          </p:nvPr>
        </p:nvSpPr>
        <p:spPr>
          <a:xfrm>
            <a:off x="1293845" y="5432564"/>
            <a:ext cx="9604310" cy="457200"/>
          </a:xfrm>
        </p:spPr>
        <p:txBody>
          <a:bodyPr rtlCol="0">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p>
        </p:txBody>
      </p:sp>
      <p:cxnSp>
        <p:nvCxnSpPr>
          <p:cNvPr id="58" name="Connecteur droit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contenu 2"/>
          <p:cNvSpPr>
            <a:spLocks noGrp="1"/>
          </p:cNvSpPr>
          <p:nvPr>
            <p:ph idx="1"/>
          </p:nvPr>
        </p:nvSpPr>
        <p:spPr/>
        <p:txBody>
          <a:bodyPr rtlCol="0"/>
          <a:lstStyle>
            <a:lvl1pPr>
              <a:defRPr/>
            </a:lvl1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5" name="Espace réservé du pied de page 4"/>
          <p:cNvSpPr>
            <a:spLocks noGrp="1"/>
          </p:cNvSpPr>
          <p:nvPr>
            <p:ph type="ftr" sz="quarter" idx="11"/>
          </p:nvPr>
        </p:nvSpPr>
        <p:spPr/>
        <p:txBody>
          <a:bodyPr rtlCol="0"/>
          <a:lstStyle/>
          <a:p>
            <a:pPr rtl="0"/>
            <a:r>
              <a:rPr lang="fr-FR" noProof="0"/>
              <a:t>Ajouter un pied de page</a:t>
            </a:r>
          </a:p>
        </p:txBody>
      </p:sp>
      <p:sp>
        <p:nvSpPr>
          <p:cNvPr id="4" name="Espace réservé de la date 3"/>
          <p:cNvSpPr>
            <a:spLocks noGrp="1"/>
          </p:cNvSpPr>
          <p:nvPr>
            <p:ph type="dt" sz="half" idx="10"/>
          </p:nvPr>
        </p:nvSpPr>
        <p:spPr/>
        <p:txBody>
          <a:bodyPr rtlCol="0"/>
          <a:lstStyle/>
          <a:p>
            <a:pPr rtl="0"/>
            <a:fld id="{3B6FA4CD-DBE0-4CD8-AEA3-2D799EE913BB}" type="datetime1">
              <a:rPr lang="fr-FR" noProof="0" smtClean="0"/>
              <a:t>24/03/2021</a:t>
            </a:fld>
            <a:endParaRPr lang="fr-FR" noProof="0"/>
          </a:p>
        </p:txBody>
      </p:sp>
      <p:sp>
        <p:nvSpPr>
          <p:cNvPr id="6" name="Espace réservé du numéro de diapositive 5"/>
          <p:cNvSpPr>
            <a:spLocks noGrp="1"/>
          </p:cNvSpPr>
          <p:nvPr>
            <p:ph type="sldNum" sz="quarter" idx="12"/>
          </p:nvPr>
        </p:nvSpPr>
        <p:spPr/>
        <p:txBody>
          <a:bodyPr rtlCol="0"/>
          <a:lstStyle/>
          <a:p>
            <a:pPr rtl="0"/>
            <a:fld id="{E31375A4-56A4-47D6-9801-1991572033F7}" type="slidenum">
              <a:rPr lang="fr-FR" noProof="0" smtClean="0"/>
              <a:t>‹N°›</a:t>
            </a:fld>
            <a:endParaRPr lang="fr-FR" noProof="0"/>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tête de section">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e 6"/>
          <p:cNvGrpSpPr/>
          <p:nvPr userDrawn="1"/>
        </p:nvGrpSpPr>
        <p:grpSpPr bwMode="hidden">
          <a:xfrm>
            <a:off x="-1" y="0"/>
            <a:ext cx="12192002" cy="6858000"/>
            <a:chOff x="-1" y="0"/>
            <a:chExt cx="12192002" cy="6858000"/>
          </a:xfrm>
        </p:grpSpPr>
        <p:cxnSp>
          <p:nvCxnSpPr>
            <p:cNvPr id="8" name="Connecteur droit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Connecteur droit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Connecteur droit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Connecteur droit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Connecteur droit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Connecteur droit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e 23"/>
            <p:cNvGrpSpPr/>
            <p:nvPr userDrawn="1"/>
          </p:nvGrpSpPr>
          <p:grpSpPr bwMode="hidden">
            <a:xfrm>
              <a:off x="-1" y="0"/>
              <a:ext cx="12192001" cy="6858000"/>
              <a:chOff x="-1" y="0"/>
              <a:chExt cx="12192001" cy="6858000"/>
            </a:xfrm>
          </p:grpSpPr>
          <p:cxnSp>
            <p:nvCxnSpPr>
              <p:cNvPr id="42" name="Connecteur droit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Connecteur droit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Connecteur droit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Connecteur droit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Connecteur droit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e 46"/>
              <p:cNvGrpSpPr/>
              <p:nvPr/>
            </p:nvGrpSpPr>
            <p:grpSpPr bwMode="hidden">
              <a:xfrm>
                <a:off x="6327885" y="0"/>
                <a:ext cx="5864115" cy="5898673"/>
                <a:chOff x="6327885" y="0"/>
                <a:chExt cx="5864115" cy="5898673"/>
              </a:xfrm>
            </p:grpSpPr>
            <p:cxnSp>
              <p:nvCxnSpPr>
                <p:cNvPr id="53" name="Connecteur droit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Connecteur droit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Connecteur droit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Connecteur droit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Connecteur droit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Connecteur droit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Connecteur droit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Connecteur droit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Connecteur droit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Connecteur droit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e 24"/>
            <p:cNvGrpSpPr/>
            <p:nvPr userDrawn="1"/>
          </p:nvGrpSpPr>
          <p:grpSpPr bwMode="hidden">
            <a:xfrm flipH="1">
              <a:off x="0" y="0"/>
              <a:ext cx="12192001" cy="6858000"/>
              <a:chOff x="-1" y="0"/>
              <a:chExt cx="12192001" cy="6858000"/>
            </a:xfrm>
          </p:grpSpPr>
          <p:cxnSp>
            <p:nvCxnSpPr>
              <p:cNvPr id="26" name="Connecteur droit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Connecteur droit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Connecteur droit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Connecteur droit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Connecteur droit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e 30"/>
              <p:cNvGrpSpPr/>
              <p:nvPr/>
            </p:nvGrpSpPr>
            <p:grpSpPr bwMode="hidden">
              <a:xfrm>
                <a:off x="6327885" y="0"/>
                <a:ext cx="5864115" cy="5898673"/>
                <a:chOff x="6327885" y="0"/>
                <a:chExt cx="5864115" cy="5898673"/>
              </a:xfrm>
            </p:grpSpPr>
            <p:cxnSp>
              <p:nvCxnSpPr>
                <p:cNvPr id="37" name="Connecteur droit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Connecteur droit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Connecteur droit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Connecteur droit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Connecteur droit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Connecteur droit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Connecteur droit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Connecteur droit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Connecteur droit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Connecteur droit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re 1"/>
          <p:cNvSpPr>
            <a:spLocks noGrp="1"/>
          </p:cNvSpPr>
          <p:nvPr>
            <p:ph type="title"/>
          </p:nvPr>
        </p:nvSpPr>
        <p:spPr>
          <a:xfrm>
            <a:off x="1295400" y="2541573"/>
            <a:ext cx="9601200" cy="2743200"/>
          </a:xfrm>
        </p:spPr>
        <p:txBody>
          <a:bodyPr rtlCol="0" anchor="b">
            <a:normAutofit/>
          </a:bodyPr>
          <a:lstStyle>
            <a:lvl1pPr>
              <a:lnSpc>
                <a:spcPct val="85000"/>
              </a:lnSpc>
              <a:defRPr sz="6000" cap="none" baseline="0">
                <a:solidFill>
                  <a:schemeClr val="tx1"/>
                </a:solidFill>
              </a:defRPr>
            </a:lvl1pPr>
          </a:lstStyle>
          <a:p>
            <a:pPr rtl="0"/>
            <a:r>
              <a:rPr lang="fr-FR" noProof="0"/>
              <a:t>Modifiez le style du titre</a:t>
            </a:r>
          </a:p>
        </p:txBody>
      </p:sp>
      <p:sp>
        <p:nvSpPr>
          <p:cNvPr id="3" name="Espace réservé du texte 2"/>
          <p:cNvSpPr>
            <a:spLocks noGrp="1"/>
          </p:cNvSpPr>
          <p:nvPr>
            <p:ph type="body" idx="1"/>
          </p:nvPr>
        </p:nvSpPr>
        <p:spPr>
          <a:xfrm>
            <a:off x="1295400" y="5431536"/>
            <a:ext cx="9601200" cy="457200"/>
          </a:xfrm>
        </p:spPr>
        <p:txBody>
          <a:bodyPr rtlCol="0">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fr-FR"/>
              <a:t>Cliquez pour modifier les styles du texte du masque</a:t>
            </a:r>
          </a:p>
        </p:txBody>
      </p:sp>
      <p:cxnSp>
        <p:nvCxnSpPr>
          <p:cNvPr id="58" name="Connecteur droit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contenu 2"/>
          <p:cNvSpPr>
            <a:spLocks noGrp="1"/>
          </p:cNvSpPr>
          <p:nvPr>
            <p:ph sz="half" idx="1"/>
          </p:nvPr>
        </p:nvSpPr>
        <p:spPr>
          <a:xfrm>
            <a:off x="1295400" y="1981199"/>
            <a:ext cx="4572000" cy="3810001"/>
          </a:xfrm>
        </p:spPr>
        <p:txBody>
          <a:bodyPr rtlCol="0">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4" name="Espace réservé du contenu 3"/>
          <p:cNvSpPr>
            <a:spLocks noGrp="1"/>
          </p:cNvSpPr>
          <p:nvPr>
            <p:ph sz="half" idx="2"/>
          </p:nvPr>
        </p:nvSpPr>
        <p:spPr>
          <a:xfrm>
            <a:off x="6324600" y="1981199"/>
            <a:ext cx="4572000" cy="3810001"/>
          </a:xfrm>
        </p:spPr>
        <p:txBody>
          <a:bodyPr rtlCol="0">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6" name="Espace réservé du pied de page 5"/>
          <p:cNvSpPr>
            <a:spLocks noGrp="1"/>
          </p:cNvSpPr>
          <p:nvPr>
            <p:ph type="ftr" sz="quarter" idx="11"/>
          </p:nvPr>
        </p:nvSpPr>
        <p:spPr/>
        <p:txBody>
          <a:bodyPr rtlCol="0"/>
          <a:lstStyle/>
          <a:p>
            <a:pPr rtl="0"/>
            <a:r>
              <a:rPr lang="fr-FR" noProof="0"/>
              <a:t>Ajouter un pied de page</a:t>
            </a:r>
          </a:p>
        </p:txBody>
      </p:sp>
      <p:sp>
        <p:nvSpPr>
          <p:cNvPr id="5" name="Espace réservé de la date 4"/>
          <p:cNvSpPr>
            <a:spLocks noGrp="1"/>
          </p:cNvSpPr>
          <p:nvPr>
            <p:ph type="dt" sz="half" idx="10"/>
          </p:nvPr>
        </p:nvSpPr>
        <p:spPr/>
        <p:txBody>
          <a:bodyPr rtlCol="0"/>
          <a:lstStyle/>
          <a:p>
            <a:pPr rtl="0"/>
            <a:fld id="{8282A9C6-3B25-49D1-863F-791EDBD0D7D5}" type="datetime1">
              <a:rPr lang="fr-FR" noProof="0" smtClean="0"/>
              <a:t>24/03/2021</a:t>
            </a:fld>
            <a:endParaRPr lang="fr-FR" noProof="0"/>
          </a:p>
        </p:txBody>
      </p:sp>
      <p:sp>
        <p:nvSpPr>
          <p:cNvPr id="7" name="Espace réservé du numéro de diapositive 6"/>
          <p:cNvSpPr>
            <a:spLocks noGrp="1"/>
          </p:cNvSpPr>
          <p:nvPr>
            <p:ph type="sldNum" sz="quarter" idx="12"/>
          </p:nvPr>
        </p:nvSpPr>
        <p:spPr/>
        <p:txBody>
          <a:bodyPr rtlCol="0"/>
          <a:lstStyle/>
          <a:p>
            <a:pPr rtl="0"/>
            <a:fld id="{E31375A4-56A4-47D6-9801-1991572033F7}" type="slidenum">
              <a:rPr lang="fr-FR" noProof="0" smtClean="0"/>
              <a:t>‹N°›</a:t>
            </a:fld>
            <a:endParaRPr lang="fr-FR" noProof="0"/>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texte 2"/>
          <p:cNvSpPr>
            <a:spLocks noGrp="1"/>
          </p:cNvSpPr>
          <p:nvPr>
            <p:ph type="body" idx="1"/>
          </p:nvPr>
        </p:nvSpPr>
        <p:spPr>
          <a:xfrm>
            <a:off x="1295400" y="1818322"/>
            <a:ext cx="4572000" cy="641350"/>
          </a:xfrm>
        </p:spPr>
        <p:txBody>
          <a:bodyPr rtlCol="0"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1295400" y="2503713"/>
            <a:ext cx="4572000" cy="3287487"/>
          </a:xfrm>
        </p:spPr>
        <p:txBody>
          <a:bodyPr rtlCol="0">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5" name="Espace réservé du texte 4"/>
          <p:cNvSpPr>
            <a:spLocks noGrp="1"/>
          </p:cNvSpPr>
          <p:nvPr>
            <p:ph type="body" sz="quarter" idx="3"/>
          </p:nvPr>
        </p:nvSpPr>
        <p:spPr>
          <a:xfrm>
            <a:off x="6324600" y="1818322"/>
            <a:ext cx="4572000" cy="641350"/>
          </a:xfrm>
        </p:spPr>
        <p:txBody>
          <a:bodyPr rtlCol="0"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6324600" y="2503713"/>
            <a:ext cx="4572000" cy="3287487"/>
          </a:xfrm>
        </p:spPr>
        <p:txBody>
          <a:bodyPr rtlCol="0">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8" name="Espace réservé du pied de page 7"/>
          <p:cNvSpPr>
            <a:spLocks noGrp="1"/>
          </p:cNvSpPr>
          <p:nvPr>
            <p:ph type="ftr" sz="quarter" idx="11"/>
          </p:nvPr>
        </p:nvSpPr>
        <p:spPr/>
        <p:txBody>
          <a:bodyPr rtlCol="0"/>
          <a:lstStyle/>
          <a:p>
            <a:pPr rtl="0"/>
            <a:r>
              <a:rPr lang="fr-FR" noProof="0"/>
              <a:t>Ajouter un pied de page</a:t>
            </a:r>
          </a:p>
        </p:txBody>
      </p:sp>
      <p:sp>
        <p:nvSpPr>
          <p:cNvPr id="7" name="Espace réservé de la date 6"/>
          <p:cNvSpPr>
            <a:spLocks noGrp="1"/>
          </p:cNvSpPr>
          <p:nvPr>
            <p:ph type="dt" sz="half" idx="10"/>
          </p:nvPr>
        </p:nvSpPr>
        <p:spPr/>
        <p:txBody>
          <a:bodyPr rtlCol="0"/>
          <a:lstStyle/>
          <a:p>
            <a:pPr rtl="0"/>
            <a:fld id="{E4A54AC9-7D47-4695-A129-61BA9779EB6D}" type="datetime1">
              <a:rPr lang="fr-FR" noProof="0" smtClean="0"/>
              <a:t>24/03/2021</a:t>
            </a:fld>
            <a:endParaRPr lang="fr-FR" noProof="0"/>
          </a:p>
        </p:txBody>
      </p:sp>
      <p:sp>
        <p:nvSpPr>
          <p:cNvPr id="9" name="Espace réservé du numéro de diapositive 8"/>
          <p:cNvSpPr>
            <a:spLocks noGrp="1"/>
          </p:cNvSpPr>
          <p:nvPr>
            <p:ph type="sldNum" sz="quarter" idx="12"/>
          </p:nvPr>
        </p:nvSpPr>
        <p:spPr/>
        <p:txBody>
          <a:bodyPr rtlCol="0"/>
          <a:lstStyle/>
          <a:p>
            <a:pPr rtl="0"/>
            <a:fld id="{E31375A4-56A4-47D6-9801-1991572033F7}" type="slidenum">
              <a:rPr lang="fr-FR" noProof="0" smtClean="0"/>
              <a:t>‹N°›</a:t>
            </a:fld>
            <a:endParaRPr lang="fr-FR" noProof="0"/>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4" name="Espace réservé du pied de page 3"/>
          <p:cNvSpPr>
            <a:spLocks noGrp="1"/>
          </p:cNvSpPr>
          <p:nvPr>
            <p:ph type="ftr" sz="quarter" idx="11"/>
          </p:nvPr>
        </p:nvSpPr>
        <p:spPr/>
        <p:txBody>
          <a:bodyPr rtlCol="0"/>
          <a:lstStyle/>
          <a:p>
            <a:pPr rtl="0"/>
            <a:r>
              <a:rPr lang="fr-FR" noProof="0"/>
              <a:t>Ajouter un pied de page</a:t>
            </a:r>
          </a:p>
        </p:txBody>
      </p:sp>
      <p:sp>
        <p:nvSpPr>
          <p:cNvPr id="3" name="Espace réservé de la date 2"/>
          <p:cNvSpPr>
            <a:spLocks noGrp="1"/>
          </p:cNvSpPr>
          <p:nvPr>
            <p:ph type="dt" sz="half" idx="10"/>
          </p:nvPr>
        </p:nvSpPr>
        <p:spPr/>
        <p:txBody>
          <a:bodyPr rtlCol="0"/>
          <a:lstStyle/>
          <a:p>
            <a:pPr rtl="0"/>
            <a:fld id="{65F5F17E-FFD4-4872-AC74-0DC9CC658C9B}" type="datetime1">
              <a:rPr lang="fr-FR" noProof="0" smtClean="0"/>
              <a:t>24/03/2021</a:t>
            </a:fld>
            <a:endParaRPr lang="fr-FR" noProof="0"/>
          </a:p>
        </p:txBody>
      </p:sp>
      <p:sp>
        <p:nvSpPr>
          <p:cNvPr id="5" name="Espace réservé du numéro de diapositive 4"/>
          <p:cNvSpPr>
            <a:spLocks noGrp="1"/>
          </p:cNvSpPr>
          <p:nvPr>
            <p:ph type="sldNum" sz="quarter" idx="12"/>
          </p:nvPr>
        </p:nvSpPr>
        <p:spPr/>
        <p:txBody>
          <a:bodyPr rtlCol="0"/>
          <a:lstStyle/>
          <a:p>
            <a:pPr rtl="0"/>
            <a:fld id="{E31375A4-56A4-47D6-9801-1991572033F7}" type="slidenum">
              <a:rPr lang="fr-FR" noProof="0" smtClean="0"/>
              <a:t>‹N°›</a:t>
            </a:fld>
            <a:endParaRPr lang="fr-FR" noProof="0"/>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grpSp>
        <p:nvGrpSpPr>
          <p:cNvPr id="161" name="Groupe 160"/>
          <p:cNvGrpSpPr/>
          <p:nvPr userDrawn="1"/>
        </p:nvGrpSpPr>
        <p:grpSpPr bwMode="hidden">
          <a:xfrm>
            <a:off x="-1" y="0"/>
            <a:ext cx="12192002" cy="6858000"/>
            <a:chOff x="-1" y="0"/>
            <a:chExt cx="12192002" cy="6858000"/>
          </a:xfrm>
        </p:grpSpPr>
        <p:cxnSp>
          <p:nvCxnSpPr>
            <p:cNvPr id="162" name="Connecteur droit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Connecteur droit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Connecteur droit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Connecteur droit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Connecteur droit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Connecteur droit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Connecteur droit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Connecteur droit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Connecteur droit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Connecteur droit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Connecteur droit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Connecteur droit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Connecteur droit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Connecteur droit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Connecteur droit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Connecteur droit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e 177"/>
            <p:cNvGrpSpPr/>
            <p:nvPr userDrawn="1"/>
          </p:nvGrpSpPr>
          <p:grpSpPr bwMode="hidden">
            <a:xfrm>
              <a:off x="-1" y="0"/>
              <a:ext cx="12192001" cy="6858000"/>
              <a:chOff x="-1" y="0"/>
              <a:chExt cx="12192001" cy="6858000"/>
            </a:xfrm>
          </p:grpSpPr>
          <p:cxnSp>
            <p:nvCxnSpPr>
              <p:cNvPr id="196" name="Connecteur droit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Connecteur droit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Connecteur droit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Connecteur droit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Connecteur droit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e 200"/>
              <p:cNvGrpSpPr/>
              <p:nvPr/>
            </p:nvGrpSpPr>
            <p:grpSpPr bwMode="hidden">
              <a:xfrm>
                <a:off x="6327885" y="0"/>
                <a:ext cx="5864115" cy="5898673"/>
                <a:chOff x="6327885" y="0"/>
                <a:chExt cx="5864115" cy="5898673"/>
              </a:xfrm>
            </p:grpSpPr>
            <p:cxnSp>
              <p:nvCxnSpPr>
                <p:cNvPr id="207" name="Connecteur droit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Connecteur droit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Connecteur droit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Connecteur droit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Connecteur droit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Connecteur droit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Connecteur droit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Connecteur droit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Connecteur droit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Connecteur droit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e 178"/>
            <p:cNvGrpSpPr/>
            <p:nvPr userDrawn="1"/>
          </p:nvGrpSpPr>
          <p:grpSpPr bwMode="hidden">
            <a:xfrm flipH="1">
              <a:off x="0" y="0"/>
              <a:ext cx="12192001" cy="6858000"/>
              <a:chOff x="-1" y="0"/>
              <a:chExt cx="12192001" cy="6858000"/>
            </a:xfrm>
          </p:grpSpPr>
          <p:cxnSp>
            <p:nvCxnSpPr>
              <p:cNvPr id="180" name="Connecteur droit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Connecteur droit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Connecteur droit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Connecteur droit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Connecteur droit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e 184"/>
              <p:cNvGrpSpPr/>
              <p:nvPr/>
            </p:nvGrpSpPr>
            <p:grpSpPr bwMode="hidden">
              <a:xfrm>
                <a:off x="6327885" y="0"/>
                <a:ext cx="5864115" cy="5898673"/>
                <a:chOff x="6327885" y="0"/>
                <a:chExt cx="5864115" cy="5898673"/>
              </a:xfrm>
            </p:grpSpPr>
            <p:cxnSp>
              <p:nvCxnSpPr>
                <p:cNvPr id="191" name="Connecteur droit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Connecteur droit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Connecteur droit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Connecteur droit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Connecteur droit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Connecteur droit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Connecteur droit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Connecteur droit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Connecteur droit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Connecteur droit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Espace réservé du pied de page 212"/>
          <p:cNvSpPr>
            <a:spLocks noGrp="1"/>
          </p:cNvSpPr>
          <p:nvPr>
            <p:ph type="ftr" sz="quarter" idx="11"/>
          </p:nvPr>
        </p:nvSpPr>
        <p:spPr/>
        <p:txBody>
          <a:bodyPr rtlCol="0"/>
          <a:lstStyle/>
          <a:p>
            <a:pPr rtl="0"/>
            <a:r>
              <a:rPr lang="fr-FR" noProof="0"/>
              <a:t>Ajouter un pied de page</a:t>
            </a:r>
          </a:p>
        </p:txBody>
      </p:sp>
      <p:sp>
        <p:nvSpPr>
          <p:cNvPr id="212" name="Espace réservé de la date 211"/>
          <p:cNvSpPr>
            <a:spLocks noGrp="1"/>
          </p:cNvSpPr>
          <p:nvPr>
            <p:ph type="dt" sz="half" idx="10"/>
          </p:nvPr>
        </p:nvSpPr>
        <p:spPr/>
        <p:txBody>
          <a:bodyPr rtlCol="0"/>
          <a:lstStyle/>
          <a:p>
            <a:pPr rtl="0"/>
            <a:fld id="{74CEC4A0-C81D-4419-8162-7B2ED7F46E28}" type="datetime1">
              <a:rPr lang="fr-FR" noProof="0" smtClean="0"/>
              <a:t>24/03/2021</a:t>
            </a:fld>
            <a:endParaRPr lang="fr-FR" noProof="0"/>
          </a:p>
        </p:txBody>
      </p:sp>
      <p:sp>
        <p:nvSpPr>
          <p:cNvPr id="214" name="Espace réservé du numéro de diapositive 213"/>
          <p:cNvSpPr>
            <a:spLocks noGrp="1"/>
          </p:cNvSpPr>
          <p:nvPr>
            <p:ph type="sldNum" sz="quarter" idx="12"/>
          </p:nvPr>
        </p:nvSpPr>
        <p:spPr/>
        <p:txBody>
          <a:bodyPr rtlCol="0"/>
          <a:lstStyle/>
          <a:p>
            <a:pPr rtl="0"/>
            <a:fld id="{E31375A4-56A4-47D6-9801-1991572033F7}" type="slidenum">
              <a:rPr lang="fr-FR" noProof="0" smtClean="0"/>
              <a:pPr/>
              <a:t>‹N°›</a:t>
            </a:fld>
            <a:endParaRPr lang="fr-FR" noProof="0"/>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e 8"/>
          <p:cNvGrpSpPr/>
          <p:nvPr userDrawn="1"/>
        </p:nvGrpSpPr>
        <p:grpSpPr bwMode="hidden">
          <a:xfrm>
            <a:off x="-1" y="0"/>
            <a:ext cx="12192002" cy="6858000"/>
            <a:chOff x="-1" y="0"/>
            <a:chExt cx="12192002" cy="6858000"/>
          </a:xfrm>
        </p:grpSpPr>
        <p:cxnSp>
          <p:nvCxnSpPr>
            <p:cNvPr id="10" name="Connecteur droit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Connecteur droit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Connecteur droit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Connecteur droit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Connecteur droit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Connecteur droit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e 25"/>
            <p:cNvGrpSpPr/>
            <p:nvPr userDrawn="1"/>
          </p:nvGrpSpPr>
          <p:grpSpPr bwMode="hidden">
            <a:xfrm>
              <a:off x="-1" y="0"/>
              <a:ext cx="12192001" cy="6858000"/>
              <a:chOff x="-1" y="0"/>
              <a:chExt cx="12192001" cy="6858000"/>
            </a:xfrm>
          </p:grpSpPr>
          <p:cxnSp>
            <p:nvCxnSpPr>
              <p:cNvPr id="44" name="Connecteur droit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Connecteur droit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Connecteur droit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Connecteur droit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Connecteur droit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e 48"/>
              <p:cNvGrpSpPr/>
              <p:nvPr/>
            </p:nvGrpSpPr>
            <p:grpSpPr bwMode="hidden">
              <a:xfrm>
                <a:off x="6327885" y="0"/>
                <a:ext cx="5864115" cy="5898673"/>
                <a:chOff x="6327885" y="0"/>
                <a:chExt cx="5864115" cy="5898673"/>
              </a:xfrm>
            </p:grpSpPr>
            <p:cxnSp>
              <p:nvCxnSpPr>
                <p:cNvPr id="55" name="Connecteur droit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Connecteur droit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Connecteur droit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Connecteur droit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Connecteur droit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Connecteur droit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Connecteur droit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Connecteur droit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Connecteur droit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Connecteur droit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e 26"/>
            <p:cNvGrpSpPr/>
            <p:nvPr userDrawn="1"/>
          </p:nvGrpSpPr>
          <p:grpSpPr bwMode="hidden">
            <a:xfrm flipH="1">
              <a:off x="0" y="0"/>
              <a:ext cx="12192001" cy="6858000"/>
              <a:chOff x="-1" y="0"/>
              <a:chExt cx="12192001" cy="6858000"/>
            </a:xfrm>
          </p:grpSpPr>
          <p:cxnSp>
            <p:nvCxnSpPr>
              <p:cNvPr id="28" name="Connecteur droit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Connecteur droit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Connecteur droit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Connecteur droit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Connecteur droit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e 32"/>
              <p:cNvGrpSpPr/>
              <p:nvPr/>
            </p:nvGrpSpPr>
            <p:grpSpPr bwMode="hidden">
              <a:xfrm>
                <a:off x="6327885" y="0"/>
                <a:ext cx="5864115" cy="5898673"/>
                <a:chOff x="6327885" y="0"/>
                <a:chExt cx="5864115" cy="5898673"/>
              </a:xfrm>
            </p:grpSpPr>
            <p:cxnSp>
              <p:nvCxnSpPr>
                <p:cNvPr id="39" name="Connecteur droit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Connecteur droit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Connecteur droit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Connecteur droit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Connecteur droit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Connecteur droit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Connecteur droit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Connecteur droit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Connecteur droit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Connecteur droit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p:cNvSpPr>
            <a:spLocks noGrp="1"/>
          </p:cNvSpPr>
          <p:nvPr>
            <p:ph type="title"/>
          </p:nvPr>
        </p:nvSpPr>
        <p:spPr>
          <a:xfrm>
            <a:off x="7913152" y="571500"/>
            <a:ext cx="3657600" cy="2197100"/>
          </a:xfrm>
        </p:spPr>
        <p:txBody>
          <a:bodyPr rtlCol="0" anchor="b">
            <a:normAutofit/>
          </a:bodyPr>
          <a:lstStyle>
            <a:lvl1pPr>
              <a:defRPr sz="2600">
                <a:solidFill>
                  <a:schemeClr val="bg1"/>
                </a:solidFill>
              </a:defRPr>
            </a:lvl1pPr>
          </a:lstStyle>
          <a:p>
            <a:pPr rtl="0"/>
            <a:r>
              <a:rPr lang="fr-FR" noProof="0"/>
              <a:t>Modifiez le style du titre</a:t>
            </a:r>
          </a:p>
        </p:txBody>
      </p:sp>
      <p:sp>
        <p:nvSpPr>
          <p:cNvPr id="3" name="Espace réservé du contenu 2"/>
          <p:cNvSpPr>
            <a:spLocks noGrp="1"/>
          </p:cNvSpPr>
          <p:nvPr>
            <p:ph idx="1"/>
          </p:nvPr>
        </p:nvSpPr>
        <p:spPr>
          <a:xfrm>
            <a:off x="543197" y="571500"/>
            <a:ext cx="6217920" cy="5715000"/>
          </a:xfrm>
        </p:spPr>
        <p:txBody>
          <a:bodyPr rtlCol="0">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4" name="Espace réservé du texte 3"/>
          <p:cNvSpPr>
            <a:spLocks noGrp="1"/>
          </p:cNvSpPr>
          <p:nvPr>
            <p:ph type="body" sz="half" idx="2"/>
          </p:nvPr>
        </p:nvSpPr>
        <p:spPr>
          <a:xfrm>
            <a:off x="7913152" y="2995012"/>
            <a:ext cx="3657600" cy="2285950"/>
          </a:xfrm>
        </p:spPr>
        <p:txBody>
          <a:bodyPr rtlCol="0">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cxnSp>
        <p:nvCxnSpPr>
          <p:cNvPr id="60" name="Connecteur droit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Espace réservé du pied de page 5"/>
          <p:cNvSpPr>
            <a:spLocks noGrp="1"/>
          </p:cNvSpPr>
          <p:nvPr>
            <p:ph type="ftr" sz="quarter" idx="11"/>
          </p:nvPr>
        </p:nvSpPr>
        <p:spPr/>
        <p:txBody>
          <a:bodyPr rtlCol="0"/>
          <a:lstStyle/>
          <a:p>
            <a:pPr rtl="0"/>
            <a:r>
              <a:rPr lang="fr-FR" noProof="0"/>
              <a:t>Ajouter un pied de page</a:t>
            </a:r>
          </a:p>
        </p:txBody>
      </p:sp>
      <p:sp>
        <p:nvSpPr>
          <p:cNvPr id="5" name="Espace réservé de la date 4"/>
          <p:cNvSpPr>
            <a:spLocks noGrp="1"/>
          </p:cNvSpPr>
          <p:nvPr>
            <p:ph type="dt" sz="half" idx="10"/>
          </p:nvPr>
        </p:nvSpPr>
        <p:spPr/>
        <p:txBody>
          <a:bodyPr rtlCol="0"/>
          <a:lstStyle>
            <a:lvl1pPr>
              <a:defRPr>
                <a:solidFill>
                  <a:schemeClr val="bg1"/>
                </a:solidFill>
              </a:defRPr>
            </a:lvl1pPr>
          </a:lstStyle>
          <a:p>
            <a:pPr rtl="0"/>
            <a:fld id="{375B3617-D427-45E8-BE98-B12BF76A8059}" type="datetime1">
              <a:rPr lang="fr-FR" noProof="0" smtClean="0"/>
              <a:t>24/03/2021</a:t>
            </a:fld>
            <a:endParaRPr lang="fr-FR" noProof="0"/>
          </a:p>
        </p:txBody>
      </p:sp>
      <p:sp>
        <p:nvSpPr>
          <p:cNvPr id="8" name="Espace réservé du numéro de diapositive 7"/>
          <p:cNvSpPr>
            <a:spLocks noGrp="1"/>
          </p:cNvSpPr>
          <p:nvPr>
            <p:ph type="sldNum" sz="quarter" idx="12"/>
          </p:nvPr>
        </p:nvSpPr>
        <p:spPr/>
        <p:txBody>
          <a:bodyPr rtlCol="0"/>
          <a:lstStyle>
            <a:lvl1pPr>
              <a:defRPr>
                <a:solidFill>
                  <a:schemeClr val="bg1"/>
                </a:solidFill>
              </a:defRPr>
            </a:lvl1pPr>
          </a:lstStyle>
          <a:p>
            <a:pPr rtl="0"/>
            <a:fld id="{E31375A4-56A4-47D6-9801-1991572033F7}" type="slidenum">
              <a:rPr lang="fr-FR" noProof="0" smtClean="0"/>
              <a:pPr/>
              <a:t>‹N°›</a:t>
            </a:fld>
            <a:endParaRPr lang="fr-FR" noProof="0"/>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e 7"/>
          <p:cNvGrpSpPr/>
          <p:nvPr/>
        </p:nvGrpSpPr>
        <p:grpSpPr bwMode="hidden">
          <a:xfrm>
            <a:off x="-1" y="0"/>
            <a:ext cx="12192002" cy="6858000"/>
            <a:chOff x="-1" y="0"/>
            <a:chExt cx="12192002" cy="6858000"/>
          </a:xfrm>
        </p:grpSpPr>
        <p:cxnSp>
          <p:nvCxnSpPr>
            <p:cNvPr id="9" name="Connecteur droit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Connecteur droit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Connecteur droit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Connecteur droit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Connecteur droit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Connecteur droit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Connecteur droit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Connecteur droit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Connecteur droit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e 24"/>
            <p:cNvGrpSpPr/>
            <p:nvPr/>
          </p:nvGrpSpPr>
          <p:grpSpPr bwMode="hidden">
            <a:xfrm>
              <a:off x="-1" y="0"/>
              <a:ext cx="12192001" cy="6858000"/>
              <a:chOff x="-1" y="0"/>
              <a:chExt cx="12192001" cy="6858000"/>
            </a:xfrm>
          </p:grpSpPr>
          <p:cxnSp>
            <p:nvCxnSpPr>
              <p:cNvPr id="43" name="Connecteur droit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Connecteur droit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Connecteur droit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Connecteur droit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Connecteur droit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e 47"/>
              <p:cNvGrpSpPr/>
              <p:nvPr/>
            </p:nvGrpSpPr>
            <p:grpSpPr bwMode="hidden">
              <a:xfrm>
                <a:off x="6327885" y="0"/>
                <a:ext cx="5864115" cy="5898673"/>
                <a:chOff x="6327885" y="0"/>
                <a:chExt cx="5864115" cy="5898673"/>
              </a:xfrm>
            </p:grpSpPr>
            <p:cxnSp>
              <p:nvCxnSpPr>
                <p:cNvPr id="54" name="Connecteur droit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Connecteur droit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Connecteur droit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Connecteur droit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Connecteur droit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Connecteur droit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Connecteur droit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Connecteur droit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Connecteur droit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Connecteur droit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e 25"/>
            <p:cNvGrpSpPr/>
            <p:nvPr/>
          </p:nvGrpSpPr>
          <p:grpSpPr bwMode="hidden">
            <a:xfrm flipH="1">
              <a:off x="0" y="0"/>
              <a:ext cx="12192001" cy="6858000"/>
              <a:chOff x="-1" y="0"/>
              <a:chExt cx="12192001" cy="6858000"/>
            </a:xfrm>
          </p:grpSpPr>
          <p:cxnSp>
            <p:nvCxnSpPr>
              <p:cNvPr id="27" name="Connecteur droit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Connecteur droit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Connecteur droit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Connecteur droit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Connecteur droit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e 31"/>
              <p:cNvGrpSpPr/>
              <p:nvPr/>
            </p:nvGrpSpPr>
            <p:grpSpPr bwMode="hidden">
              <a:xfrm>
                <a:off x="6327885" y="0"/>
                <a:ext cx="5864115" cy="5898673"/>
                <a:chOff x="6327885" y="0"/>
                <a:chExt cx="5864115" cy="5898673"/>
              </a:xfrm>
            </p:grpSpPr>
            <p:cxnSp>
              <p:nvCxnSpPr>
                <p:cNvPr id="38" name="Connecteur droit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Connecteur droit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Connecteur droit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Connecteur droit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Connecteur droit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Connecteur droit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Connecteur droit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Connecteur droit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Connecteur droit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Connecteur droit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cxnSp>
        <p:nvCxnSpPr>
          <p:cNvPr id="59" name="Connecteur droit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re 1"/>
          <p:cNvSpPr>
            <a:spLocks noGrp="1"/>
          </p:cNvSpPr>
          <p:nvPr>
            <p:ph type="title"/>
          </p:nvPr>
        </p:nvSpPr>
        <p:spPr>
          <a:xfrm>
            <a:off x="7909560" y="576072"/>
            <a:ext cx="3657600" cy="2194560"/>
          </a:xfrm>
        </p:spPr>
        <p:txBody>
          <a:bodyPr rtlCol="0" anchor="b">
            <a:normAutofit/>
          </a:bodyPr>
          <a:lstStyle>
            <a:lvl1pPr>
              <a:defRPr sz="2600">
                <a:solidFill>
                  <a:schemeClr val="bg1"/>
                </a:solidFill>
              </a:defRPr>
            </a:lvl1pPr>
          </a:lstStyle>
          <a:p>
            <a:pPr rtl="0"/>
            <a:r>
              <a:rPr lang="fr-FR" noProof="0"/>
              <a:t>Modifiez le style du titre</a:t>
            </a:r>
          </a:p>
        </p:txBody>
      </p:sp>
      <p:sp>
        <p:nvSpPr>
          <p:cNvPr id="3" name="Espace réservé d’image 2" descr="Espace réservé vide pour ajouter une image. Cliquez sur l’espace réservé et sélectionnez l’image à ajouter."/>
          <p:cNvSpPr>
            <a:spLocks noGrp="1"/>
          </p:cNvSpPr>
          <p:nvPr>
            <p:ph type="pic" idx="1" hasCustomPrompt="1"/>
          </p:nvPr>
        </p:nvSpPr>
        <p:spPr>
          <a:xfrm>
            <a:off x="4412" y="-159"/>
            <a:ext cx="7315200" cy="6858000"/>
          </a:xfrm>
        </p:spPr>
        <p:txBody>
          <a:bodyPr tIns="457200"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4" name="Espace réservé du texte 3"/>
          <p:cNvSpPr>
            <a:spLocks noGrp="1"/>
          </p:cNvSpPr>
          <p:nvPr>
            <p:ph type="body" sz="half" idx="2"/>
          </p:nvPr>
        </p:nvSpPr>
        <p:spPr>
          <a:xfrm>
            <a:off x="7909560" y="2999232"/>
            <a:ext cx="3657600" cy="2286000"/>
          </a:xfrm>
        </p:spPr>
        <p:txBody>
          <a:bodyPr rtlCol="0"/>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texte vertical 2"/>
          <p:cNvSpPr>
            <a:spLocks noGrp="1"/>
          </p:cNvSpPr>
          <p:nvPr>
            <p:ph type="body" orient="vert" idx="1"/>
          </p:nvPr>
        </p:nvSpPr>
        <p:spPr/>
        <p:txBody>
          <a:bodyPr vert="eaVert" rtlCol="0"/>
          <a:lstStyle>
            <a:lvl1pPr>
              <a:defRPr/>
            </a:lvl1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5" name="Espace réservé du pied de page 4"/>
          <p:cNvSpPr>
            <a:spLocks noGrp="1"/>
          </p:cNvSpPr>
          <p:nvPr>
            <p:ph type="ftr" sz="quarter" idx="11"/>
          </p:nvPr>
        </p:nvSpPr>
        <p:spPr/>
        <p:txBody>
          <a:bodyPr rtlCol="0"/>
          <a:lstStyle/>
          <a:p>
            <a:pPr rtl="0"/>
            <a:r>
              <a:rPr lang="fr-FR" noProof="0"/>
              <a:t>Ajouter un pied de page</a:t>
            </a:r>
          </a:p>
        </p:txBody>
      </p:sp>
      <p:sp>
        <p:nvSpPr>
          <p:cNvPr id="4" name="Espace réservé de la date 3"/>
          <p:cNvSpPr>
            <a:spLocks noGrp="1"/>
          </p:cNvSpPr>
          <p:nvPr>
            <p:ph type="dt" sz="half" idx="10"/>
          </p:nvPr>
        </p:nvSpPr>
        <p:spPr/>
        <p:txBody>
          <a:bodyPr rtlCol="0"/>
          <a:lstStyle/>
          <a:p>
            <a:pPr rtl="0"/>
            <a:fld id="{DEA176B0-965F-4544-9616-EE8544EE860F}" type="datetime1">
              <a:rPr lang="fr-FR" noProof="0" smtClean="0"/>
              <a:t>24/03/2021</a:t>
            </a:fld>
            <a:endParaRPr lang="fr-FR" noProof="0"/>
          </a:p>
        </p:txBody>
      </p:sp>
      <p:sp>
        <p:nvSpPr>
          <p:cNvPr id="6" name="Espace réservé du numéro de diapositive 5"/>
          <p:cNvSpPr>
            <a:spLocks noGrp="1"/>
          </p:cNvSpPr>
          <p:nvPr>
            <p:ph type="sldNum" sz="quarter" idx="12"/>
          </p:nvPr>
        </p:nvSpPr>
        <p:spPr/>
        <p:txBody>
          <a:bodyPr rtlCol="0"/>
          <a:lstStyle/>
          <a:p>
            <a:pPr rtl="0"/>
            <a:fld id="{E31375A4-56A4-47D6-9801-1991572033F7}" type="slidenum">
              <a:rPr lang="fr-FR" noProof="0" smtClean="0"/>
              <a:t>‹N°›</a:t>
            </a:fld>
            <a:endParaRPr lang="fr-FR" noProof="0"/>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9209314" y="489856"/>
            <a:ext cx="1687286" cy="5301343"/>
          </a:xfrm>
        </p:spPr>
        <p:txBody>
          <a:bodyPr vert="eaVert" rtlCol="0"/>
          <a:lstStyle/>
          <a:p>
            <a:pPr rtl="0"/>
            <a:r>
              <a:rPr lang="fr-FR" noProof="0"/>
              <a:t>Modifiez le style du titre</a:t>
            </a:r>
          </a:p>
        </p:txBody>
      </p:sp>
      <p:sp>
        <p:nvSpPr>
          <p:cNvPr id="3" name="Espace réservé du texte vertical 2"/>
          <p:cNvSpPr>
            <a:spLocks noGrp="1"/>
          </p:cNvSpPr>
          <p:nvPr>
            <p:ph type="body" orient="vert" idx="1"/>
          </p:nvPr>
        </p:nvSpPr>
        <p:spPr>
          <a:xfrm>
            <a:off x="1295399" y="489856"/>
            <a:ext cx="7587344" cy="5301343"/>
          </a:xfrm>
        </p:spPr>
        <p:txBody>
          <a:bodyPr vert="eaVert" rtlCol="0"/>
          <a:lstStyle>
            <a:lvl1pPr>
              <a:defRPr/>
            </a:lvl1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noProof="0" dirty="0"/>
          </a:p>
        </p:txBody>
      </p:sp>
      <p:sp>
        <p:nvSpPr>
          <p:cNvPr id="5" name="Espace réservé du pied de page 4"/>
          <p:cNvSpPr>
            <a:spLocks noGrp="1"/>
          </p:cNvSpPr>
          <p:nvPr>
            <p:ph type="ftr" sz="quarter" idx="11"/>
          </p:nvPr>
        </p:nvSpPr>
        <p:spPr/>
        <p:txBody>
          <a:bodyPr rtlCol="0"/>
          <a:lstStyle/>
          <a:p>
            <a:pPr rtl="0"/>
            <a:r>
              <a:rPr lang="fr-FR" noProof="0"/>
              <a:t>Ajouter un pied de page</a:t>
            </a:r>
          </a:p>
        </p:txBody>
      </p:sp>
      <p:sp>
        <p:nvSpPr>
          <p:cNvPr id="4" name="Espace réservé de la date 3"/>
          <p:cNvSpPr>
            <a:spLocks noGrp="1"/>
          </p:cNvSpPr>
          <p:nvPr>
            <p:ph type="dt" sz="half" idx="10"/>
          </p:nvPr>
        </p:nvSpPr>
        <p:spPr/>
        <p:txBody>
          <a:bodyPr rtlCol="0"/>
          <a:lstStyle/>
          <a:p>
            <a:pPr rtl="0"/>
            <a:fld id="{B45A31EB-8F5C-49D8-8080-687668AB0A8C}" type="datetime1">
              <a:rPr lang="fr-FR" noProof="0" smtClean="0"/>
              <a:t>24/03/2021</a:t>
            </a:fld>
            <a:endParaRPr lang="fr-FR" noProof="0"/>
          </a:p>
        </p:txBody>
      </p:sp>
      <p:sp>
        <p:nvSpPr>
          <p:cNvPr id="6" name="Espace réservé du numéro de diapositive 5"/>
          <p:cNvSpPr>
            <a:spLocks noGrp="1"/>
          </p:cNvSpPr>
          <p:nvPr>
            <p:ph type="sldNum" sz="quarter" idx="12"/>
          </p:nvPr>
        </p:nvSpPr>
        <p:spPr/>
        <p:txBody>
          <a:bodyPr rtlCol="0"/>
          <a:lstStyle/>
          <a:p>
            <a:pPr rtl="0"/>
            <a:fld id="{E31375A4-56A4-47D6-9801-1991572033F7}" type="slidenum">
              <a:rPr lang="fr-FR" noProof="0" smtClean="0"/>
              <a:t>‹N°›</a:t>
            </a:fld>
            <a:endParaRPr lang="fr-FR" noProof="0"/>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e 95"/>
          <p:cNvGrpSpPr/>
          <p:nvPr userDrawn="1"/>
        </p:nvGrpSpPr>
        <p:grpSpPr bwMode="hidden">
          <a:xfrm>
            <a:off x="-1" y="-195943"/>
            <a:ext cx="12192002" cy="6858000"/>
            <a:chOff x="-1" y="0"/>
            <a:chExt cx="12192002" cy="6858000"/>
          </a:xfrm>
        </p:grpSpPr>
        <p:cxnSp>
          <p:nvCxnSpPr>
            <p:cNvPr id="97" name="Connecteur droit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Connecteur droit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Connecteur droit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Connecteur droit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Connecteur droit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Connecteur droit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Connecteur droit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Connecteur droit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Connecteur droit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Connecteur droit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Connecteur droit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Connecteur droit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Connecteur droit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Connecteur droit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Connecteur droit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Connecteur droit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e 112"/>
            <p:cNvGrpSpPr/>
            <p:nvPr userDrawn="1"/>
          </p:nvGrpSpPr>
          <p:grpSpPr bwMode="hidden">
            <a:xfrm>
              <a:off x="-1" y="0"/>
              <a:ext cx="12192001" cy="6858000"/>
              <a:chOff x="-1" y="0"/>
              <a:chExt cx="12192001" cy="6858000"/>
            </a:xfrm>
          </p:grpSpPr>
          <p:cxnSp>
            <p:nvCxnSpPr>
              <p:cNvPr id="131" name="Connecteur droit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Connecteur droit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Connecteur droit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Connecteur droit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Connecteur droit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e 135"/>
              <p:cNvGrpSpPr/>
              <p:nvPr/>
            </p:nvGrpSpPr>
            <p:grpSpPr bwMode="hidden">
              <a:xfrm>
                <a:off x="6327885" y="0"/>
                <a:ext cx="5864115" cy="5898673"/>
                <a:chOff x="6327885" y="0"/>
                <a:chExt cx="5864115" cy="5898673"/>
              </a:xfrm>
            </p:grpSpPr>
            <p:cxnSp>
              <p:nvCxnSpPr>
                <p:cNvPr id="142" name="Connecteur droit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Connecteur droit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Connecteur droit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Connecteur droit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Connecteur droit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Connecteur droit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Connecteur droit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Connecteur droit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Connecteur droit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Connecteur droit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e 113"/>
            <p:cNvGrpSpPr/>
            <p:nvPr userDrawn="1"/>
          </p:nvGrpSpPr>
          <p:grpSpPr bwMode="hidden">
            <a:xfrm flipH="1">
              <a:off x="0" y="0"/>
              <a:ext cx="12192001" cy="6858000"/>
              <a:chOff x="-1" y="0"/>
              <a:chExt cx="12192001" cy="6858000"/>
            </a:xfrm>
          </p:grpSpPr>
          <p:cxnSp>
            <p:nvCxnSpPr>
              <p:cNvPr id="115" name="Connecteur droit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Connecteur droit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Connecteur droit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Connecteur droit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Connecteur droit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e 119"/>
              <p:cNvGrpSpPr/>
              <p:nvPr/>
            </p:nvGrpSpPr>
            <p:grpSpPr bwMode="hidden">
              <a:xfrm>
                <a:off x="6327885" y="0"/>
                <a:ext cx="5864115" cy="5898673"/>
                <a:chOff x="6327885" y="0"/>
                <a:chExt cx="5864115" cy="5898673"/>
              </a:xfrm>
            </p:grpSpPr>
            <p:cxnSp>
              <p:nvCxnSpPr>
                <p:cNvPr id="126" name="Connecteur droit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Connecteur droit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Connecteur droit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Connecteur droit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Connecteur droit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Connecteur droit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Connecteur droit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Connecteur droit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Connecteur droit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Connecteur droit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Espace réservé du titre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pPr rtl="0"/>
            <a:r>
              <a:rPr lang="fr-FR" noProof="0"/>
              <a:t>Modifiez le style du titre</a:t>
            </a:r>
          </a:p>
        </p:txBody>
      </p:sp>
      <p:sp>
        <p:nvSpPr>
          <p:cNvPr id="3" name="Espace réservé du texte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fr-FR" dirty="0"/>
              <a:t>Modifier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cxnSp>
        <p:nvCxnSpPr>
          <p:cNvPr id="148" name="Connecteur droit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Espace réservé du pied de page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pPr rtl="0"/>
            <a:r>
              <a:rPr lang="fr-FR" noProof="0"/>
              <a:t>Ajouter un pied de page</a:t>
            </a:r>
          </a:p>
        </p:txBody>
      </p:sp>
      <p:sp>
        <p:nvSpPr>
          <p:cNvPr id="4" name="Espace réservé de la date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pPr rtl="0"/>
            <a:fld id="{43BA60B4-2820-4CAD-9F04-053483DCA915}" type="datetime1">
              <a:rPr lang="fr-FR" noProof="0" smtClean="0"/>
              <a:t>24/03/2021</a:t>
            </a:fld>
            <a:endParaRPr lang="fr-FR" noProof="0"/>
          </a:p>
        </p:txBody>
      </p:sp>
      <p:sp>
        <p:nvSpPr>
          <p:cNvPr id="6" name="Espace réservé du numéro de diapositive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pPr rtl="0"/>
            <a:fld id="{E31375A4-56A4-47D6-9801-1991572033F7}" type="slidenum">
              <a:rPr lang="fr-FR" noProof="0" smtClean="0"/>
              <a:pPr/>
              <a:t>‹N°›</a:t>
            </a:fld>
            <a:endParaRPr lang="fr-FR" noProof="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rtlCol="0"/>
          <a:lstStyle/>
          <a:p>
            <a:pPr rtl="0"/>
            <a:r>
              <a:rPr lang="fr-FR" dirty="0"/>
              <a:t>Comparaison plateformes de déploiement</a:t>
            </a:r>
          </a:p>
        </p:txBody>
      </p:sp>
      <p:sp>
        <p:nvSpPr>
          <p:cNvPr id="3" name="Sous-titre 2"/>
          <p:cNvSpPr>
            <a:spLocks noGrp="1"/>
          </p:cNvSpPr>
          <p:nvPr>
            <p:ph type="subTitle" idx="1"/>
          </p:nvPr>
        </p:nvSpPr>
        <p:spPr/>
        <p:txBody>
          <a:bodyPr rtlCol="0">
            <a:normAutofit fontScale="77500" lnSpcReduction="20000"/>
          </a:bodyPr>
          <a:lstStyle/>
          <a:p>
            <a:pPr rtl="0"/>
            <a:r>
              <a:rPr lang="fr-FR" dirty="0"/>
              <a:t>Hugo Witosz </a:t>
            </a:r>
          </a:p>
          <a:p>
            <a:pPr rtl="0"/>
            <a:r>
              <a:rPr lang="fr-FR" dirty="0"/>
              <a:t>Timothée Lefebvre</a:t>
            </a:r>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E49E7A-018F-4A36-9DD5-C97A18EAEF60}"/>
              </a:ext>
            </a:extLst>
          </p:cNvPr>
          <p:cNvSpPr>
            <a:spLocks noGrp="1"/>
          </p:cNvSpPr>
          <p:nvPr>
            <p:ph type="title"/>
          </p:nvPr>
        </p:nvSpPr>
        <p:spPr/>
        <p:txBody>
          <a:bodyPr/>
          <a:lstStyle/>
          <a:p>
            <a:pPr algn="ctr"/>
            <a:r>
              <a:rPr lang="fr-FR" dirty="0"/>
              <a:t>KAMATERA EXPRESS</a:t>
            </a:r>
          </a:p>
        </p:txBody>
      </p:sp>
      <p:sp>
        <p:nvSpPr>
          <p:cNvPr id="3" name="Espace réservé du contenu 2">
            <a:extLst>
              <a:ext uri="{FF2B5EF4-FFF2-40B4-BE49-F238E27FC236}">
                <a16:creationId xmlns:a16="http://schemas.microsoft.com/office/drawing/2014/main" id="{FB175D1F-043A-4DAC-9C75-1894F3FB07DD}"/>
              </a:ext>
            </a:extLst>
          </p:cNvPr>
          <p:cNvSpPr>
            <a:spLocks noGrp="1"/>
          </p:cNvSpPr>
          <p:nvPr>
            <p:ph idx="1"/>
          </p:nvPr>
        </p:nvSpPr>
        <p:spPr/>
        <p:txBody>
          <a:bodyPr/>
          <a:lstStyle/>
          <a:p>
            <a:r>
              <a:rPr lang="fr-FR" b="1" dirty="0" err="1">
                <a:solidFill>
                  <a:srgbClr val="262524"/>
                </a:solidFill>
                <a:latin typeface="Geekflare"/>
              </a:rPr>
              <a:t>K</a:t>
            </a:r>
            <a:r>
              <a:rPr lang="fr-FR" b="1" i="0" dirty="0" err="1">
                <a:solidFill>
                  <a:srgbClr val="262524"/>
                </a:solidFill>
                <a:latin typeface="Geekflare"/>
              </a:rPr>
              <a:t>amatera</a:t>
            </a:r>
            <a:r>
              <a:rPr lang="fr-FR" b="1" i="0" dirty="0">
                <a:solidFill>
                  <a:srgbClr val="262524"/>
                </a:solidFill>
                <a:latin typeface="Geekflare"/>
              </a:rPr>
              <a:t> est un fournisseur mondial de services cloud et fournit une infrastructure de niveau entreprise pour les petites et grandes entreprises.</a:t>
            </a:r>
          </a:p>
          <a:p>
            <a:pPr algn="l"/>
            <a:r>
              <a:rPr lang="fr-FR" b="1" i="0" dirty="0">
                <a:solidFill>
                  <a:srgbClr val="262524"/>
                </a:solidFill>
                <a:effectLst/>
                <a:latin typeface="Geekflare"/>
              </a:rPr>
              <a:t>Les centres de données sont situés dans Amérique, Europe, Asie et Moyen-Orient. Vous pouvez facilement étendre l'infrastructure de l'application en ajoutant un équilibreur de charge, un stockage, un pare-feu réseau et des réseaux privés. Il peut évoluer vers un plus grand nombre de serveurs en quelques secondes et offre une disponibilité garantie de 99.95%.</a:t>
            </a:r>
          </a:p>
          <a:p>
            <a:pPr algn="l"/>
            <a:endParaRPr lang="fr-FR" b="1" i="0" dirty="0">
              <a:solidFill>
                <a:srgbClr val="262524"/>
              </a:solidFill>
              <a:effectLst/>
              <a:latin typeface="Geekflare"/>
            </a:endParaRPr>
          </a:p>
          <a:p>
            <a:endParaRPr lang="fr-FR" b="1" dirty="0"/>
          </a:p>
        </p:txBody>
      </p:sp>
      <p:pic>
        <p:nvPicPr>
          <p:cNvPr id="1028" name="Picture 4" descr="Kamatera Avis 2021 – Vaut-il le coup ?">
            <a:extLst>
              <a:ext uri="{FF2B5EF4-FFF2-40B4-BE49-F238E27FC236}">
                <a16:creationId xmlns:a16="http://schemas.microsoft.com/office/drawing/2014/main" id="{6CC9A889-3EE2-45EC-B9F0-EC74DA5437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8099" y="4257675"/>
            <a:ext cx="3800475" cy="2128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1446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58F178-CD34-4F1C-88F3-5D1A6442D8B3}"/>
              </a:ext>
            </a:extLst>
          </p:cNvPr>
          <p:cNvSpPr>
            <a:spLocks noGrp="1"/>
          </p:cNvSpPr>
          <p:nvPr>
            <p:ph type="title"/>
          </p:nvPr>
        </p:nvSpPr>
        <p:spPr/>
        <p:txBody>
          <a:bodyPr/>
          <a:lstStyle/>
          <a:p>
            <a:pPr algn="ctr"/>
            <a:r>
              <a:rPr lang="fr-FR" dirty="0"/>
              <a:t>HEBERGEMENT A2</a:t>
            </a:r>
          </a:p>
        </p:txBody>
      </p:sp>
      <p:sp>
        <p:nvSpPr>
          <p:cNvPr id="3" name="Espace réservé du contenu 2">
            <a:extLst>
              <a:ext uri="{FF2B5EF4-FFF2-40B4-BE49-F238E27FC236}">
                <a16:creationId xmlns:a16="http://schemas.microsoft.com/office/drawing/2014/main" id="{A93B6BCF-CFA7-4B3F-B92E-997931E96746}"/>
              </a:ext>
            </a:extLst>
          </p:cNvPr>
          <p:cNvSpPr>
            <a:spLocks noGrp="1"/>
          </p:cNvSpPr>
          <p:nvPr>
            <p:ph idx="1"/>
          </p:nvPr>
        </p:nvSpPr>
        <p:spPr/>
        <p:txBody>
          <a:bodyPr/>
          <a:lstStyle/>
          <a:p>
            <a:r>
              <a:rPr lang="fr-FR" b="1" i="0" dirty="0">
                <a:solidFill>
                  <a:srgbClr val="555555"/>
                </a:solidFill>
                <a:effectLst/>
                <a:latin typeface="lato"/>
              </a:rPr>
              <a:t>Les centres de données de la société sont situés de manière stratégique à Amsterdam, à Singapour et, bien sûr, au Michigan. Cela leur donne une bonne répartition mondiale couvrant tous les segments égaux du globe.</a:t>
            </a:r>
          </a:p>
          <a:p>
            <a:r>
              <a:rPr lang="fr-FR" b="0" i="0" dirty="0">
                <a:solidFill>
                  <a:srgbClr val="555555"/>
                </a:solidFill>
                <a:effectLst/>
                <a:latin typeface="lato"/>
              </a:rPr>
              <a:t>Services: </a:t>
            </a:r>
            <a:r>
              <a:rPr lang="fr-FR" b="1" i="0" dirty="0">
                <a:solidFill>
                  <a:srgbClr val="555555"/>
                </a:solidFill>
                <a:effectLst/>
                <a:latin typeface="lato"/>
              </a:rPr>
              <a:t>hébergement mutualisé, VPS, cloud, dédié et revendeur</a:t>
            </a:r>
          </a:p>
          <a:p>
            <a:endParaRPr lang="fr-FR" b="1" dirty="0"/>
          </a:p>
        </p:txBody>
      </p:sp>
      <p:pic>
        <p:nvPicPr>
          <p:cNvPr id="2052" name="Picture 4" descr="Hosting Website | 20X FASTER Web Hosting | WordPress Hosting">
            <a:extLst>
              <a:ext uri="{FF2B5EF4-FFF2-40B4-BE49-F238E27FC236}">
                <a16:creationId xmlns:a16="http://schemas.microsoft.com/office/drawing/2014/main" id="{C8AC4F40-0466-4CF7-92BC-A46CF803E4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49" y="3460830"/>
            <a:ext cx="5076825" cy="2665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5335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DF1548-2D27-4A76-B881-02896642B933}"/>
              </a:ext>
            </a:extLst>
          </p:cNvPr>
          <p:cNvSpPr>
            <a:spLocks noGrp="1"/>
          </p:cNvSpPr>
          <p:nvPr>
            <p:ph type="title"/>
          </p:nvPr>
        </p:nvSpPr>
        <p:spPr/>
        <p:txBody>
          <a:bodyPr/>
          <a:lstStyle/>
          <a:p>
            <a:pPr algn="ctr"/>
            <a:r>
              <a:rPr lang="fr-FR" dirty="0" err="1"/>
              <a:t>Bluehost</a:t>
            </a:r>
            <a:endParaRPr lang="fr-FR" dirty="0"/>
          </a:p>
        </p:txBody>
      </p:sp>
      <p:sp>
        <p:nvSpPr>
          <p:cNvPr id="3" name="Espace réservé du contenu 2">
            <a:extLst>
              <a:ext uri="{FF2B5EF4-FFF2-40B4-BE49-F238E27FC236}">
                <a16:creationId xmlns:a16="http://schemas.microsoft.com/office/drawing/2014/main" id="{A50E758B-2369-4165-968A-A6BA989A26FC}"/>
              </a:ext>
            </a:extLst>
          </p:cNvPr>
          <p:cNvSpPr>
            <a:spLocks noGrp="1"/>
          </p:cNvSpPr>
          <p:nvPr>
            <p:ph idx="1"/>
          </p:nvPr>
        </p:nvSpPr>
        <p:spPr/>
        <p:txBody>
          <a:bodyPr/>
          <a:lstStyle/>
          <a:p>
            <a:r>
              <a:rPr lang="fr-FR" b="1" i="0" dirty="0" err="1">
                <a:solidFill>
                  <a:srgbClr val="555555"/>
                </a:solidFill>
                <a:effectLst/>
                <a:latin typeface="Open Sans"/>
              </a:rPr>
              <a:t>BlueHost</a:t>
            </a:r>
            <a:r>
              <a:rPr lang="fr-FR" b="1" i="0" dirty="0">
                <a:solidFill>
                  <a:srgbClr val="555555"/>
                </a:solidFill>
                <a:effectLst/>
                <a:latin typeface="Open Sans"/>
              </a:rPr>
              <a:t> est une plateforme d’hébergement fiable et très fonctionnelle notamment avec la plateforme d’hébergement WordPress. Vous serez très bien accompagnés avec leur équipe d’experts et de développeurs qui se rendent disponibles pour résoudre les problèmes rencontrés.</a:t>
            </a:r>
          </a:p>
          <a:p>
            <a:r>
              <a:rPr lang="fr-FR" b="1" dirty="0">
                <a:solidFill>
                  <a:srgbClr val="555555"/>
                </a:solidFill>
                <a:latin typeface="Open Sans"/>
              </a:rPr>
              <a:t>Services : Hébergement mutualisé, serveur virtuel privé, serveur dédié, Hébergement optimisé pour </a:t>
            </a:r>
            <a:r>
              <a:rPr lang="fr-FR" b="1" dirty="0" err="1">
                <a:solidFill>
                  <a:srgbClr val="555555"/>
                </a:solidFill>
                <a:latin typeface="Open Sans"/>
              </a:rPr>
              <a:t>wordpress</a:t>
            </a:r>
            <a:r>
              <a:rPr lang="fr-FR" b="1" dirty="0">
                <a:solidFill>
                  <a:srgbClr val="555555"/>
                </a:solidFill>
                <a:latin typeface="Open Sans"/>
              </a:rPr>
              <a:t> et </a:t>
            </a:r>
            <a:r>
              <a:rPr lang="fr-FR" b="1" dirty="0" err="1">
                <a:solidFill>
                  <a:srgbClr val="555555"/>
                </a:solidFill>
                <a:latin typeface="Open Sans"/>
              </a:rPr>
              <a:t>Woocommerce</a:t>
            </a:r>
            <a:endParaRPr lang="fr-FR" b="1" dirty="0">
              <a:solidFill>
                <a:srgbClr val="555555"/>
              </a:solidFill>
              <a:latin typeface="Open Sans"/>
            </a:endParaRPr>
          </a:p>
          <a:p>
            <a:endParaRPr lang="fr-FR" b="1" dirty="0"/>
          </a:p>
        </p:txBody>
      </p:sp>
      <p:pic>
        <p:nvPicPr>
          <p:cNvPr id="3074" name="Picture 2" descr="Bluehost - WPML">
            <a:extLst>
              <a:ext uri="{FF2B5EF4-FFF2-40B4-BE49-F238E27FC236}">
                <a16:creationId xmlns:a16="http://schemas.microsoft.com/office/drawing/2014/main" id="{CD1C94B1-82F8-48DA-ADF6-4C5AE2534F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9714" y="3284738"/>
            <a:ext cx="4978786" cy="332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434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4">
            <a:extLst>
              <a:ext uri="{FF2B5EF4-FFF2-40B4-BE49-F238E27FC236}">
                <a16:creationId xmlns:a16="http://schemas.microsoft.com/office/drawing/2014/main" id="{57FB83CE-E6DF-492F-BD4C-EC36A80CD547}"/>
              </a:ext>
            </a:extLst>
          </p:cNvPr>
          <p:cNvGraphicFramePr>
            <a:graphicFrameLocks noGrp="1"/>
          </p:cNvGraphicFramePr>
          <p:nvPr>
            <p:ph idx="1"/>
            <p:extLst>
              <p:ext uri="{D42A27DB-BD31-4B8C-83A1-F6EECF244321}">
                <p14:modId xmlns:p14="http://schemas.microsoft.com/office/powerpoint/2010/main" val="3877507411"/>
              </p:ext>
            </p:extLst>
          </p:nvPr>
        </p:nvGraphicFramePr>
        <p:xfrm>
          <a:off x="1428565" y="461639"/>
          <a:ext cx="9601200" cy="5513994"/>
        </p:xfrm>
        <a:graphic>
          <a:graphicData uri="http://schemas.openxmlformats.org/drawingml/2006/table">
            <a:tbl>
              <a:tblPr firstRow="1" bandRow="1">
                <a:tableStyleId>{BC89EF96-8CEA-46FF-86C4-4CE0E7609802}</a:tableStyleId>
              </a:tblPr>
              <a:tblGrid>
                <a:gridCol w="2291179">
                  <a:extLst>
                    <a:ext uri="{9D8B030D-6E8A-4147-A177-3AD203B41FA5}">
                      <a16:colId xmlns:a16="http://schemas.microsoft.com/office/drawing/2014/main" val="2802776293"/>
                    </a:ext>
                  </a:extLst>
                </a:gridCol>
                <a:gridCol w="3293615">
                  <a:extLst>
                    <a:ext uri="{9D8B030D-6E8A-4147-A177-3AD203B41FA5}">
                      <a16:colId xmlns:a16="http://schemas.microsoft.com/office/drawing/2014/main" val="1992643373"/>
                    </a:ext>
                  </a:extLst>
                </a:gridCol>
                <a:gridCol w="1855433">
                  <a:extLst>
                    <a:ext uri="{9D8B030D-6E8A-4147-A177-3AD203B41FA5}">
                      <a16:colId xmlns:a16="http://schemas.microsoft.com/office/drawing/2014/main" val="480778242"/>
                    </a:ext>
                  </a:extLst>
                </a:gridCol>
                <a:gridCol w="2160973">
                  <a:extLst>
                    <a:ext uri="{9D8B030D-6E8A-4147-A177-3AD203B41FA5}">
                      <a16:colId xmlns:a16="http://schemas.microsoft.com/office/drawing/2014/main" val="1402581519"/>
                    </a:ext>
                  </a:extLst>
                </a:gridCol>
              </a:tblGrid>
              <a:tr h="507519">
                <a:tc>
                  <a:txBody>
                    <a:bodyPr/>
                    <a:lstStyle/>
                    <a:p>
                      <a:pPr algn="ctr"/>
                      <a:endParaRPr lang="fr-FR"/>
                    </a:p>
                  </a:txBody>
                  <a:tcPr/>
                </a:tc>
                <a:tc>
                  <a:txBody>
                    <a:bodyPr/>
                    <a:lstStyle/>
                    <a:p>
                      <a:pPr algn="ctr"/>
                      <a:r>
                        <a:rPr lang="fr-FR" dirty="0"/>
                        <a:t>KAMATERA EXPRESS</a:t>
                      </a:r>
                    </a:p>
                  </a:txBody>
                  <a:tcPr/>
                </a:tc>
                <a:tc>
                  <a:txBody>
                    <a:bodyPr/>
                    <a:lstStyle/>
                    <a:p>
                      <a:pPr algn="ctr"/>
                      <a:r>
                        <a:rPr lang="fr-FR" dirty="0"/>
                        <a:t>A2 HOSTING</a:t>
                      </a:r>
                    </a:p>
                  </a:txBody>
                  <a:tcPr/>
                </a:tc>
                <a:tc>
                  <a:txBody>
                    <a:bodyPr/>
                    <a:lstStyle/>
                    <a:p>
                      <a:pPr algn="ctr"/>
                      <a:r>
                        <a:rPr lang="fr-FR" dirty="0"/>
                        <a:t>BLUEHOST</a:t>
                      </a:r>
                    </a:p>
                  </a:txBody>
                  <a:tcPr/>
                </a:tc>
                <a:extLst>
                  <a:ext uri="{0D108BD9-81ED-4DB2-BD59-A6C34878D82A}">
                    <a16:rowId xmlns:a16="http://schemas.microsoft.com/office/drawing/2014/main" val="2228447609"/>
                  </a:ext>
                </a:extLst>
              </a:tr>
              <a:tr h="507519">
                <a:tc>
                  <a:txBody>
                    <a:bodyPr/>
                    <a:lstStyle/>
                    <a:p>
                      <a:r>
                        <a:rPr lang="fr-FR" dirty="0"/>
                        <a:t>Domaine gratuit ?</a:t>
                      </a:r>
                    </a:p>
                  </a:txBody>
                  <a:tcPr/>
                </a:tc>
                <a:tc>
                  <a:txBody>
                    <a:bodyPr/>
                    <a:lstStyle/>
                    <a:p>
                      <a:pPr algn="ctr"/>
                      <a:r>
                        <a:rPr lang="fr-FR" dirty="0"/>
                        <a:t>OUI</a:t>
                      </a:r>
                    </a:p>
                  </a:txBody>
                  <a:tcPr/>
                </a:tc>
                <a:tc>
                  <a:txBody>
                    <a:bodyPr/>
                    <a:lstStyle/>
                    <a:p>
                      <a:pPr algn="ctr"/>
                      <a:r>
                        <a:rPr lang="fr-FR" dirty="0"/>
                        <a:t>OUI </a:t>
                      </a:r>
                    </a:p>
                  </a:txBody>
                  <a:tcPr/>
                </a:tc>
                <a:tc>
                  <a:txBody>
                    <a:bodyPr/>
                    <a:lstStyle/>
                    <a:p>
                      <a:pPr algn="ctr"/>
                      <a:r>
                        <a:rPr lang="fr-FR" dirty="0"/>
                        <a:t>NON</a:t>
                      </a:r>
                    </a:p>
                  </a:txBody>
                  <a:tcPr/>
                </a:tc>
                <a:extLst>
                  <a:ext uri="{0D108BD9-81ED-4DB2-BD59-A6C34878D82A}">
                    <a16:rowId xmlns:a16="http://schemas.microsoft.com/office/drawing/2014/main" val="1922899714"/>
                  </a:ext>
                </a:extLst>
              </a:tr>
              <a:tr h="507519">
                <a:tc>
                  <a:txBody>
                    <a:bodyPr/>
                    <a:lstStyle/>
                    <a:p>
                      <a:r>
                        <a:rPr lang="fr-FR" dirty="0"/>
                        <a:t>Emplacements des serveurs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0" i="0" kern="1200" dirty="0">
                          <a:solidFill>
                            <a:schemeClr val="tx1"/>
                          </a:solidFill>
                          <a:effectLst/>
                          <a:latin typeface="+mn-lt"/>
                          <a:ea typeface="+mn-ea"/>
                          <a:cs typeface="+mn-cs"/>
                        </a:rPr>
                        <a:t>États-Unis, Europe, Asie.</a:t>
                      </a:r>
                      <a:endParaRPr lang="fr-FR" dirty="0"/>
                    </a:p>
                    <a:p>
                      <a:endParaRPr lang="fr-FR" dirty="0"/>
                    </a:p>
                  </a:txBody>
                  <a:tcPr/>
                </a:tc>
                <a:tc>
                  <a:txBody>
                    <a:bodyPr/>
                    <a:lstStyle/>
                    <a:p>
                      <a:pPr algn="ctr"/>
                      <a:r>
                        <a:rPr lang="fr-FR" sz="1800" b="0" i="0" kern="1200" dirty="0">
                          <a:solidFill>
                            <a:schemeClr val="tx1"/>
                          </a:solidFill>
                          <a:effectLst/>
                          <a:latin typeface="+mn-lt"/>
                          <a:ea typeface="+mn-ea"/>
                          <a:cs typeface="+mn-cs"/>
                        </a:rPr>
                        <a:t>États-Unis, Europe, Asie.</a:t>
                      </a:r>
                      <a:endParaRPr lang="fr-FR" dirty="0"/>
                    </a:p>
                  </a:txBody>
                  <a:tcPr/>
                </a:tc>
                <a:tc>
                  <a:txBody>
                    <a:bodyPr/>
                    <a:lstStyle/>
                    <a:p>
                      <a:pPr algn="ctr"/>
                      <a:r>
                        <a:rPr lang="fr-FR" sz="1800" b="0" i="0" kern="1200" dirty="0">
                          <a:solidFill>
                            <a:schemeClr val="tx1"/>
                          </a:solidFill>
                          <a:effectLst/>
                          <a:latin typeface="+mn-lt"/>
                          <a:ea typeface="+mn-ea"/>
                          <a:cs typeface="+mn-cs"/>
                        </a:rPr>
                        <a:t>Etats-Unis uniquement</a:t>
                      </a:r>
                      <a:endParaRPr lang="fr-FR" dirty="0"/>
                    </a:p>
                  </a:txBody>
                  <a:tcPr/>
                </a:tc>
                <a:extLst>
                  <a:ext uri="{0D108BD9-81ED-4DB2-BD59-A6C34878D82A}">
                    <a16:rowId xmlns:a16="http://schemas.microsoft.com/office/drawing/2014/main" val="3613634787"/>
                  </a:ext>
                </a:extLst>
              </a:tr>
              <a:tr h="507519">
                <a:tc>
                  <a:txBody>
                    <a:bodyPr/>
                    <a:lstStyle/>
                    <a:p>
                      <a:r>
                        <a:rPr lang="fr-FR" dirty="0"/>
                        <a:t>Support client</a:t>
                      </a:r>
                    </a:p>
                  </a:txBody>
                  <a:tcPr/>
                </a:tc>
                <a:tc>
                  <a:txBody>
                    <a:bodyPr/>
                    <a:lstStyle/>
                    <a:p>
                      <a:pPr algn="ctr"/>
                      <a:r>
                        <a:rPr lang="fr-FR" dirty="0"/>
                        <a:t>Support en ligne : 7/7 j 24h24</a:t>
                      </a:r>
                    </a:p>
                    <a:p>
                      <a:pPr algn="ctr"/>
                      <a:r>
                        <a:rPr lang="fr-FR" dirty="0"/>
                        <a:t>Très réactif</a:t>
                      </a:r>
                    </a:p>
                  </a:txBody>
                  <a:tcPr/>
                </a:tc>
                <a:tc>
                  <a:txBody>
                    <a:bodyPr/>
                    <a:lstStyle/>
                    <a:p>
                      <a:pPr algn="ctr"/>
                      <a:r>
                        <a:rPr lang="fr-FR" dirty="0"/>
                        <a:t>Forum</a:t>
                      </a:r>
                    </a:p>
                    <a:p>
                      <a:pPr algn="ctr"/>
                      <a:r>
                        <a:rPr lang="fr-FR" dirty="0"/>
                        <a:t>Pas toutes les informations</a:t>
                      </a:r>
                    </a:p>
                  </a:txBody>
                  <a:tcPr/>
                </a:tc>
                <a:tc>
                  <a:txBody>
                    <a:bodyPr/>
                    <a:lstStyle/>
                    <a:p>
                      <a:pPr algn="ctr"/>
                      <a:r>
                        <a:rPr lang="fr-FR" dirty="0" err="1"/>
                        <a:t>Tickating</a:t>
                      </a:r>
                      <a:endParaRPr lang="fr-FR" dirty="0"/>
                    </a:p>
                    <a:p>
                      <a:pPr algn="ctr"/>
                      <a:r>
                        <a:rPr lang="fr-FR" dirty="0"/>
                        <a:t>Support en ligne</a:t>
                      </a:r>
                    </a:p>
                    <a:p>
                      <a:pPr algn="ctr"/>
                      <a:r>
                        <a:rPr lang="fr-FR" dirty="0"/>
                        <a:t>Pas très réactif</a:t>
                      </a:r>
                    </a:p>
                  </a:txBody>
                  <a:tcPr/>
                </a:tc>
                <a:extLst>
                  <a:ext uri="{0D108BD9-81ED-4DB2-BD59-A6C34878D82A}">
                    <a16:rowId xmlns:a16="http://schemas.microsoft.com/office/drawing/2014/main" val="3917693907"/>
                  </a:ext>
                </a:extLst>
              </a:tr>
              <a:tr h="507519">
                <a:tc>
                  <a:txBody>
                    <a:bodyPr/>
                    <a:lstStyle/>
                    <a:p>
                      <a:r>
                        <a:rPr lang="fr-FR" dirty="0"/>
                        <a:t>Prix</a:t>
                      </a:r>
                    </a:p>
                  </a:txBody>
                  <a:tcPr/>
                </a:tc>
                <a:tc>
                  <a:txBody>
                    <a:bodyPr/>
                    <a:lstStyle/>
                    <a:p>
                      <a:pPr algn="ctr"/>
                      <a:r>
                        <a:rPr lang="fr-FR" sz="1800" b="1" i="0" kern="1200" dirty="0">
                          <a:solidFill>
                            <a:schemeClr val="tx1"/>
                          </a:solidFill>
                          <a:effectLst/>
                          <a:latin typeface="+mn-lt"/>
                          <a:ea typeface="+mn-ea"/>
                          <a:cs typeface="+mn-cs"/>
                        </a:rPr>
                        <a:t>À partir de</a:t>
                      </a:r>
                    </a:p>
                    <a:p>
                      <a:pPr algn="ctr"/>
                      <a:r>
                        <a:rPr lang="fr-FR" sz="1800" b="0" i="0" kern="1200" dirty="0">
                          <a:solidFill>
                            <a:schemeClr val="tx1"/>
                          </a:solidFill>
                          <a:effectLst/>
                          <a:latin typeface="+mn-lt"/>
                          <a:ea typeface="+mn-ea"/>
                          <a:cs typeface="+mn-cs"/>
                        </a:rPr>
                        <a:t>4,00 $/mois</a:t>
                      </a:r>
                    </a:p>
                    <a:p>
                      <a:endParaRPr lang="fr-FR" dirty="0"/>
                    </a:p>
                  </a:txBody>
                  <a:tcPr/>
                </a:tc>
                <a:tc>
                  <a:txBody>
                    <a:bodyPr/>
                    <a:lstStyle/>
                    <a:p>
                      <a:r>
                        <a:rPr lang="fr-FR" sz="1800" b="1" i="0" kern="1200" dirty="0">
                          <a:solidFill>
                            <a:schemeClr val="tx1"/>
                          </a:solidFill>
                          <a:effectLst/>
                          <a:latin typeface="+mn-lt"/>
                          <a:ea typeface="+mn-ea"/>
                          <a:cs typeface="+mn-cs"/>
                        </a:rPr>
                        <a:t>À partir de</a:t>
                      </a:r>
                    </a:p>
                    <a:p>
                      <a:r>
                        <a:rPr lang="fr-FR" sz="1800" b="0" i="0" kern="1200" dirty="0">
                          <a:solidFill>
                            <a:schemeClr val="tx1"/>
                          </a:solidFill>
                          <a:effectLst/>
                          <a:latin typeface="+mn-lt"/>
                          <a:ea typeface="+mn-ea"/>
                          <a:cs typeface="+mn-cs"/>
                        </a:rPr>
                        <a:t>4,90 $/mois</a:t>
                      </a:r>
                    </a:p>
                    <a:p>
                      <a:endParaRPr lang="fr-FR" dirty="0"/>
                    </a:p>
                  </a:txBody>
                  <a:tcPr/>
                </a:tc>
                <a:tc>
                  <a:txBody>
                    <a:bodyPr/>
                    <a:lstStyle/>
                    <a:p>
                      <a:r>
                        <a:rPr lang="fr-FR" sz="1800" b="1" i="0" kern="1200" dirty="0">
                          <a:solidFill>
                            <a:schemeClr val="tx1"/>
                          </a:solidFill>
                          <a:effectLst/>
                          <a:latin typeface="+mn-lt"/>
                          <a:ea typeface="+mn-ea"/>
                          <a:cs typeface="+mn-cs"/>
                        </a:rPr>
                        <a:t>À partir de</a:t>
                      </a:r>
                    </a:p>
                    <a:p>
                      <a:r>
                        <a:rPr lang="fr-FR" sz="1800" b="0" i="0" kern="1200" dirty="0">
                          <a:solidFill>
                            <a:schemeClr val="tx1"/>
                          </a:solidFill>
                          <a:effectLst/>
                          <a:latin typeface="+mn-lt"/>
                          <a:ea typeface="+mn-ea"/>
                          <a:cs typeface="+mn-cs"/>
                        </a:rPr>
                        <a:t>5,95 $/mois</a:t>
                      </a:r>
                    </a:p>
                    <a:p>
                      <a:endParaRPr lang="fr-FR" dirty="0"/>
                    </a:p>
                  </a:txBody>
                  <a:tcPr/>
                </a:tc>
                <a:extLst>
                  <a:ext uri="{0D108BD9-81ED-4DB2-BD59-A6C34878D82A}">
                    <a16:rowId xmlns:a16="http://schemas.microsoft.com/office/drawing/2014/main" val="861825479"/>
                  </a:ext>
                </a:extLst>
              </a:tr>
              <a:tr h="507519">
                <a:tc>
                  <a:txBody>
                    <a:bodyPr/>
                    <a:lstStyle/>
                    <a:p>
                      <a:r>
                        <a:rPr lang="fr-FR" dirty="0"/>
                        <a:t>Déploiement</a:t>
                      </a:r>
                    </a:p>
                  </a:txBody>
                  <a:tcPr/>
                </a:tc>
                <a:tc>
                  <a:txBody>
                    <a:bodyPr/>
                    <a:lstStyle/>
                    <a:p>
                      <a:pPr algn="ctr"/>
                      <a:r>
                        <a:rPr lang="fr-FR" sz="1800" b="0" i="0" kern="1200" dirty="0">
                          <a:solidFill>
                            <a:schemeClr val="tx1"/>
                          </a:solidFill>
                          <a:effectLst/>
                          <a:latin typeface="+mn-lt"/>
                          <a:ea typeface="+mn-ea"/>
                          <a:cs typeface="+mn-cs"/>
                        </a:rPr>
                        <a:t>Cloud, SaaS, web</a:t>
                      </a:r>
                      <a:endParaRPr lang="fr-FR" dirty="0"/>
                    </a:p>
                  </a:txBody>
                  <a:tcPr/>
                </a:tc>
                <a:tc>
                  <a:txBody>
                    <a:bodyPr/>
                    <a:lstStyle/>
                    <a:p>
                      <a:pPr algn="ctr"/>
                      <a:r>
                        <a:rPr lang="fr-FR" dirty="0"/>
                        <a:t>Site Internet</a:t>
                      </a:r>
                    </a:p>
                  </a:txBody>
                  <a:tcPr/>
                </a:tc>
                <a:tc>
                  <a:txBody>
                    <a:bodyPr/>
                    <a:lstStyle/>
                    <a:p>
                      <a:pPr algn="ctr"/>
                      <a:r>
                        <a:rPr lang="fr-FR" dirty="0"/>
                        <a:t>Site Internet</a:t>
                      </a:r>
                    </a:p>
                  </a:txBody>
                  <a:tcPr/>
                </a:tc>
                <a:extLst>
                  <a:ext uri="{0D108BD9-81ED-4DB2-BD59-A6C34878D82A}">
                    <a16:rowId xmlns:a16="http://schemas.microsoft.com/office/drawing/2014/main" val="320759779"/>
                  </a:ext>
                </a:extLst>
              </a:tr>
              <a:tr h="507519">
                <a:tc>
                  <a:txBody>
                    <a:bodyPr/>
                    <a:lstStyle/>
                    <a:p>
                      <a:r>
                        <a:rPr lang="fr-FR" dirty="0"/>
                        <a:t>Disponibilité</a:t>
                      </a:r>
                    </a:p>
                  </a:txBody>
                  <a:tcPr/>
                </a:tc>
                <a:tc>
                  <a:txBody>
                    <a:bodyPr/>
                    <a:lstStyle/>
                    <a:p>
                      <a:pPr algn="ctr"/>
                      <a:r>
                        <a:rPr lang="fr-FR" dirty="0"/>
                        <a:t>99,95%</a:t>
                      </a:r>
                    </a:p>
                  </a:txBody>
                  <a:tcPr/>
                </a:tc>
                <a:tc>
                  <a:txBody>
                    <a:bodyPr/>
                    <a:lstStyle/>
                    <a:p>
                      <a:pPr algn="ctr"/>
                      <a:r>
                        <a:rPr lang="fr-FR" dirty="0"/>
                        <a:t>99,95%</a:t>
                      </a:r>
                    </a:p>
                  </a:txBody>
                  <a:tcPr/>
                </a:tc>
                <a:tc>
                  <a:txBody>
                    <a:bodyPr/>
                    <a:lstStyle/>
                    <a:p>
                      <a:pPr algn="ctr"/>
                      <a:r>
                        <a:rPr lang="fr-FR" dirty="0"/>
                        <a:t>99,99%</a:t>
                      </a:r>
                    </a:p>
                  </a:txBody>
                  <a:tcPr/>
                </a:tc>
                <a:extLst>
                  <a:ext uri="{0D108BD9-81ED-4DB2-BD59-A6C34878D82A}">
                    <a16:rowId xmlns:a16="http://schemas.microsoft.com/office/drawing/2014/main" val="2260843384"/>
                  </a:ext>
                </a:extLst>
              </a:tr>
              <a:tr h="507519">
                <a:tc>
                  <a:txBody>
                    <a:bodyPr/>
                    <a:lstStyle/>
                    <a:p>
                      <a:r>
                        <a:rPr lang="fr-FR" dirty="0"/>
                        <a:t>Bande passante ?</a:t>
                      </a:r>
                    </a:p>
                  </a:txBody>
                  <a:tcPr/>
                </a:tc>
                <a:tc>
                  <a:txBody>
                    <a:bodyPr/>
                    <a:lstStyle/>
                    <a:p>
                      <a:pPr algn="ctr"/>
                      <a:r>
                        <a:rPr lang="fr-FR" dirty="0"/>
                        <a:t>400 GBIT</a:t>
                      </a:r>
                    </a:p>
                  </a:txBody>
                  <a:tcPr/>
                </a:tc>
                <a:tc>
                  <a:txBody>
                    <a:bodyPr/>
                    <a:lstStyle/>
                    <a:p>
                      <a:pPr algn="ctr"/>
                      <a:r>
                        <a:rPr lang="fr-FR" dirty="0"/>
                        <a:t>Illimité</a:t>
                      </a:r>
                    </a:p>
                  </a:txBody>
                  <a:tcPr/>
                </a:tc>
                <a:tc>
                  <a:txBody>
                    <a:bodyPr/>
                    <a:lstStyle/>
                    <a:p>
                      <a:pPr algn="ctr"/>
                      <a:r>
                        <a:rPr lang="fr-FR" dirty="0"/>
                        <a:t>Illimité</a:t>
                      </a:r>
                    </a:p>
                  </a:txBody>
                  <a:tcPr/>
                </a:tc>
                <a:extLst>
                  <a:ext uri="{0D108BD9-81ED-4DB2-BD59-A6C34878D82A}">
                    <a16:rowId xmlns:a16="http://schemas.microsoft.com/office/drawing/2014/main" val="3545694286"/>
                  </a:ext>
                </a:extLst>
              </a:tr>
              <a:tr h="507519">
                <a:tc>
                  <a:txBody>
                    <a:bodyPr/>
                    <a:lstStyle/>
                    <a:p>
                      <a:r>
                        <a:rPr lang="fr-FR" dirty="0"/>
                        <a:t>Espace de stockage</a:t>
                      </a:r>
                    </a:p>
                  </a:txBody>
                  <a:tcPr/>
                </a:tc>
                <a:tc>
                  <a:txBody>
                    <a:bodyPr/>
                    <a:lstStyle/>
                    <a:p>
                      <a:pPr algn="ctr"/>
                      <a:r>
                        <a:rPr lang="fr-FR" dirty="0"/>
                        <a:t>Limité</a:t>
                      </a:r>
                    </a:p>
                  </a:txBody>
                  <a:tcPr/>
                </a:tc>
                <a:tc>
                  <a:txBody>
                    <a:bodyPr/>
                    <a:lstStyle/>
                    <a:p>
                      <a:pPr algn="ctr"/>
                      <a:r>
                        <a:rPr lang="fr-FR" dirty="0"/>
                        <a:t>Limité</a:t>
                      </a:r>
                    </a:p>
                  </a:txBody>
                  <a:tcPr/>
                </a:tc>
                <a:tc>
                  <a:txBody>
                    <a:bodyPr/>
                    <a:lstStyle/>
                    <a:p>
                      <a:pPr algn="ctr"/>
                      <a:r>
                        <a:rPr lang="fr-FR" dirty="0"/>
                        <a:t>Illimité</a:t>
                      </a:r>
                    </a:p>
                  </a:txBody>
                  <a:tcPr/>
                </a:tc>
                <a:extLst>
                  <a:ext uri="{0D108BD9-81ED-4DB2-BD59-A6C34878D82A}">
                    <a16:rowId xmlns:a16="http://schemas.microsoft.com/office/drawing/2014/main" val="3354273216"/>
                  </a:ext>
                </a:extLst>
              </a:tr>
            </a:tbl>
          </a:graphicData>
        </a:graphic>
      </p:graphicFrame>
    </p:spTree>
    <p:extLst>
      <p:ext uri="{BB962C8B-B14F-4D97-AF65-F5344CB8AC3E}">
        <p14:creationId xmlns:p14="http://schemas.microsoft.com/office/powerpoint/2010/main" val="3133865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Grille « Diamant » 16 x 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527_TF03031015.potx" id="{279D8483-FEC4-493E-8623-50EDEE572571}" vid="{C6323C96-A580-438B-819B-4C114D20E042}"/>
    </a:ext>
  </a:extLst>
</a:theme>
</file>

<file path=ppt/theme/theme2.xml><?xml version="1.0" encoding="utf-8"?>
<a:theme xmlns:a="http://schemas.openxmlformats.org/drawingml/2006/main" name="Thème Offic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Présentation Grille losanges (grand écran)</Template>
  <TotalTime>44</TotalTime>
  <Words>305</Words>
  <Application>Microsoft Office PowerPoint</Application>
  <PresentationFormat>Grand écran</PresentationFormat>
  <Paragraphs>55</Paragraphs>
  <Slides>5</Slides>
  <Notes>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5</vt:i4>
      </vt:variant>
    </vt:vector>
  </HeadingPairs>
  <TitlesOfParts>
    <vt:vector size="10" baseType="lpstr">
      <vt:lpstr>Arial</vt:lpstr>
      <vt:lpstr>Geekflare</vt:lpstr>
      <vt:lpstr>lato</vt:lpstr>
      <vt:lpstr>Open Sans</vt:lpstr>
      <vt:lpstr>Grille « Diamant » 16 x 9</vt:lpstr>
      <vt:lpstr>Comparaison plateformes de déploiement</vt:lpstr>
      <vt:lpstr>KAMATERA EXPRESS</vt:lpstr>
      <vt:lpstr>HEBERGEMENT A2</vt:lpstr>
      <vt:lpstr>Bluehost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Comparaison plateformes de déploiement</dc:title>
  <dc:creator>Hugo Witosz</dc:creator>
  <cp:lastModifiedBy>Hugo Witosz</cp:lastModifiedBy>
  <cp:revision>5</cp:revision>
  <dcterms:created xsi:type="dcterms:W3CDTF">2021-03-24T13:21:24Z</dcterms:created>
  <dcterms:modified xsi:type="dcterms:W3CDTF">2021-03-24T14:05:38Z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